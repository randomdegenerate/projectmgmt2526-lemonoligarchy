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77" r:id="rId6"/>
    <p:sldId id="293" r:id="rId7"/>
    <p:sldId id="294" r:id="rId8"/>
    <p:sldId id="290" r:id="rId9"/>
    <p:sldId id="264" r:id="rId10"/>
    <p:sldId id="291" r:id="rId11"/>
    <p:sldId id="268" r:id="rId12"/>
    <p:sldId id="286" r:id="rId13"/>
    <p:sldId id="262" r:id="rId14"/>
    <p:sldId id="295" r:id="rId15"/>
    <p:sldId id="27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29F196-DC0F-48DD-A186-C6463B5EB818}" v="13" dt="2026-02-26T07:40:19.712"/>
    <p1510:client id="{FCAE0BB5-FCBD-4D86-9C31-60E2A4B6F2A8}" v="333" dt="2026-02-26T11:02:06.067"/>
  </p1510:revLst>
</p1510:revInfo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0" autoAdjust="0"/>
    <p:restoredTop sz="93204" autoAdjust="0"/>
  </p:normalViewPr>
  <p:slideViewPr>
    <p:cSldViewPr snapToGrid="0">
      <p:cViewPr varScale="1">
        <p:scale>
          <a:sx n="58" d="100"/>
          <a:sy n="58" d="100"/>
        </p:scale>
        <p:origin x="90" y="1068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TI SAKA - STUDENT" userId="e3fddf15-5c1f-4582-a6b8-9f8e42fdf845" providerId="ADAL" clId="{D74A832E-580A-4B55-9F6D-CB5F3B2A2BF3}"/>
    <pc:docChg chg="undo custSel addSld modSld">
      <pc:chgData name="TITI SAKA - STUDENT" userId="e3fddf15-5c1f-4582-a6b8-9f8e42fdf845" providerId="ADAL" clId="{D74A832E-580A-4B55-9F6D-CB5F3B2A2BF3}" dt="2026-02-26T07:54:48.053" v="625" actId="20577"/>
      <pc:docMkLst>
        <pc:docMk/>
      </pc:docMkLst>
      <pc:sldChg chg="addSp delSp modSp mod modClrScheme chgLayout">
        <pc:chgData name="TITI SAKA - STUDENT" userId="e3fddf15-5c1f-4582-a6b8-9f8e42fdf845" providerId="ADAL" clId="{D74A832E-580A-4B55-9F6D-CB5F3B2A2BF3}" dt="2026-02-26T07:54:48.053" v="625" actId="20577"/>
        <pc:sldMkLst>
          <pc:docMk/>
          <pc:sldMk cId="1329539271" sldId="290"/>
        </pc:sldMkLst>
        <pc:spChg chg="mod ord">
          <ac:chgData name="TITI SAKA - STUDENT" userId="e3fddf15-5c1f-4582-a6b8-9f8e42fdf845" providerId="ADAL" clId="{D74A832E-580A-4B55-9F6D-CB5F3B2A2BF3}" dt="2026-02-26T07:39:42.542" v="249" actId="14100"/>
          <ac:spMkLst>
            <pc:docMk/>
            <pc:sldMk cId="1329539271" sldId="290"/>
            <ac:spMk id="2" creationId="{216815C6-3AD0-46E6-A74A-1967BD91AF50}"/>
          </ac:spMkLst>
        </pc:spChg>
        <pc:spChg chg="del mod ord">
          <ac:chgData name="TITI SAKA - STUDENT" userId="e3fddf15-5c1f-4582-a6b8-9f8e42fdf845" providerId="ADAL" clId="{D74A832E-580A-4B55-9F6D-CB5F3B2A2BF3}" dt="2026-02-26T07:42:03.007" v="264" actId="478"/>
          <ac:spMkLst>
            <pc:docMk/>
            <pc:sldMk cId="1329539271" sldId="290"/>
            <ac:spMk id="3" creationId="{1901B20D-4C28-4DA3-ABBD-718C22A5E58B}"/>
          </ac:spMkLst>
        </pc:spChg>
        <pc:spChg chg="add del mod">
          <ac:chgData name="TITI SAKA - STUDENT" userId="e3fddf15-5c1f-4582-a6b8-9f8e42fdf845" providerId="ADAL" clId="{D74A832E-580A-4B55-9F6D-CB5F3B2A2BF3}" dt="2026-02-26T07:42:06.590" v="265" actId="478"/>
          <ac:spMkLst>
            <pc:docMk/>
            <pc:sldMk cId="1329539271" sldId="290"/>
            <ac:spMk id="4" creationId="{887BB812-802D-F287-1D8A-66F0963C54EF}"/>
          </ac:spMkLst>
        </pc:spChg>
        <pc:spChg chg="add del mod">
          <ac:chgData name="TITI SAKA - STUDENT" userId="e3fddf15-5c1f-4582-a6b8-9f8e42fdf845" providerId="ADAL" clId="{D74A832E-580A-4B55-9F6D-CB5F3B2A2BF3}" dt="2026-02-25T16:03:34.524" v="226" actId="478"/>
          <ac:spMkLst>
            <pc:docMk/>
            <pc:sldMk cId="1329539271" sldId="290"/>
            <ac:spMk id="5" creationId="{C3267221-1E9D-9F57-F55B-FD7689354F19}"/>
          </ac:spMkLst>
        </pc:spChg>
        <pc:spChg chg="add del mod">
          <ac:chgData name="TITI SAKA - STUDENT" userId="e3fddf15-5c1f-4582-a6b8-9f8e42fdf845" providerId="ADAL" clId="{D74A832E-580A-4B55-9F6D-CB5F3B2A2BF3}" dt="2026-02-26T07:42:09.435" v="266" actId="478"/>
          <ac:spMkLst>
            <pc:docMk/>
            <pc:sldMk cId="1329539271" sldId="290"/>
            <ac:spMk id="7" creationId="{C550FFCE-8E13-FFFF-F1E8-68251EE045B5}"/>
          </ac:spMkLst>
        </pc:spChg>
        <pc:graphicFrameChg chg="add del">
          <ac:chgData name="TITI SAKA - STUDENT" userId="e3fddf15-5c1f-4582-a6b8-9f8e42fdf845" providerId="ADAL" clId="{D74A832E-580A-4B55-9F6D-CB5F3B2A2BF3}" dt="2026-02-26T07:41:57.275" v="263" actId="3680"/>
          <ac:graphicFrameMkLst>
            <pc:docMk/>
            <pc:sldMk cId="1329539271" sldId="290"/>
            <ac:graphicFrameMk id="5" creationId="{D3E5B223-9011-FDDF-DA29-111DF6F1609F}"/>
          </ac:graphicFrameMkLst>
        </pc:graphicFrameChg>
        <pc:graphicFrameChg chg="add mod modGraphic">
          <ac:chgData name="TITI SAKA - STUDENT" userId="e3fddf15-5c1f-4582-a6b8-9f8e42fdf845" providerId="ADAL" clId="{D74A832E-580A-4B55-9F6D-CB5F3B2A2BF3}" dt="2026-02-26T07:50:51.897" v="512" actId="2165"/>
          <ac:graphicFrameMkLst>
            <pc:docMk/>
            <pc:sldMk cId="1329539271" sldId="290"/>
            <ac:graphicFrameMk id="8" creationId="{1375EB9D-F052-D24A-347F-419DB7829D00}"/>
          </ac:graphicFrameMkLst>
        </pc:graphicFrameChg>
        <pc:graphicFrameChg chg="add mod modGraphic">
          <ac:chgData name="TITI SAKA - STUDENT" userId="e3fddf15-5c1f-4582-a6b8-9f8e42fdf845" providerId="ADAL" clId="{D74A832E-580A-4B55-9F6D-CB5F3B2A2BF3}" dt="2026-02-26T07:54:48.053" v="625" actId="20577"/>
          <ac:graphicFrameMkLst>
            <pc:docMk/>
            <pc:sldMk cId="1329539271" sldId="290"/>
            <ac:graphicFrameMk id="9" creationId="{55660008-1826-E857-5653-8AF13BC864C2}"/>
          </ac:graphicFrameMkLst>
        </pc:graphicFrameChg>
        <pc:picChg chg="del mod ord">
          <ac:chgData name="TITI SAKA - STUDENT" userId="e3fddf15-5c1f-4582-a6b8-9f8e42fdf845" providerId="ADAL" clId="{D74A832E-580A-4B55-9F6D-CB5F3B2A2BF3}" dt="2026-02-25T16:03:26.527" v="225" actId="478"/>
          <ac:picMkLst>
            <pc:docMk/>
            <pc:sldMk cId="1329539271" sldId="290"/>
            <ac:picMk id="13" creationId="{1DFE730E-30E7-DA99-A3EE-ACB889D161E9}"/>
          </ac:picMkLst>
        </pc:picChg>
      </pc:sldChg>
      <pc:sldChg chg="modSp mod setBg">
        <pc:chgData name="TITI SAKA - STUDENT" userId="e3fddf15-5c1f-4582-a6b8-9f8e42fdf845" providerId="ADAL" clId="{D74A832E-580A-4B55-9F6D-CB5F3B2A2BF3}" dt="2026-02-26T07:37:03.309" v="231"/>
        <pc:sldMkLst>
          <pc:docMk/>
          <pc:sldMk cId="750690035" sldId="293"/>
        </pc:sldMkLst>
        <pc:spChg chg="mod">
          <ac:chgData name="TITI SAKA - STUDENT" userId="e3fddf15-5c1f-4582-a6b8-9f8e42fdf845" providerId="ADAL" clId="{D74A832E-580A-4B55-9F6D-CB5F3B2A2BF3}" dt="2026-02-26T07:36:15.249" v="229" actId="1076"/>
          <ac:spMkLst>
            <pc:docMk/>
            <pc:sldMk cId="750690035" sldId="293"/>
            <ac:spMk id="2" creationId="{B0FA38D0-B13A-01EE-E934-7A9080016BEA}"/>
          </ac:spMkLst>
        </pc:spChg>
        <pc:spChg chg="mod">
          <ac:chgData name="TITI SAKA - STUDENT" userId="e3fddf15-5c1f-4582-a6b8-9f8e42fdf845" providerId="ADAL" clId="{D74A832E-580A-4B55-9F6D-CB5F3B2A2BF3}" dt="2026-02-26T07:36:15.249" v="229" actId="1076"/>
          <ac:spMkLst>
            <pc:docMk/>
            <pc:sldMk cId="750690035" sldId="293"/>
            <ac:spMk id="3" creationId="{584A333E-3239-9FB4-0E54-2AF9D606732D}"/>
          </ac:spMkLst>
        </pc:spChg>
        <pc:spChg chg="mod">
          <ac:chgData name="TITI SAKA - STUDENT" userId="e3fddf15-5c1f-4582-a6b8-9f8e42fdf845" providerId="ADAL" clId="{D74A832E-580A-4B55-9F6D-CB5F3B2A2BF3}" dt="2026-02-26T07:36:43.645" v="230" actId="207"/>
          <ac:spMkLst>
            <pc:docMk/>
            <pc:sldMk cId="750690035" sldId="293"/>
            <ac:spMk id="6" creationId="{502185ED-52B5-2E79-0FB7-FEFA12F92C1A}"/>
          </ac:spMkLst>
        </pc:spChg>
      </pc:sldChg>
      <pc:sldChg chg="addSp delSp modSp new mod modClrScheme chgLayout">
        <pc:chgData name="TITI SAKA - STUDENT" userId="e3fddf15-5c1f-4582-a6b8-9f8e42fdf845" providerId="ADAL" clId="{D74A832E-580A-4B55-9F6D-CB5F3B2A2BF3}" dt="2026-02-25T15:49:20.874" v="213" actId="404"/>
        <pc:sldMkLst>
          <pc:docMk/>
          <pc:sldMk cId="23844592" sldId="294"/>
        </pc:sldMkLst>
        <pc:spChg chg="del">
          <ac:chgData name="TITI SAKA - STUDENT" userId="e3fddf15-5c1f-4582-a6b8-9f8e42fdf845" providerId="ADAL" clId="{D74A832E-580A-4B55-9F6D-CB5F3B2A2BF3}" dt="2026-02-25T15:41:57.599" v="1" actId="26606"/>
          <ac:spMkLst>
            <pc:docMk/>
            <pc:sldMk cId="23844592" sldId="294"/>
            <ac:spMk id="2" creationId="{2C99D8A3-84E5-FD6F-203F-96D33FF75BE4}"/>
          </ac:spMkLst>
        </pc:spChg>
        <pc:spChg chg="mod">
          <ac:chgData name="TITI SAKA - STUDENT" userId="e3fddf15-5c1f-4582-a6b8-9f8e42fdf845" providerId="ADAL" clId="{D74A832E-580A-4B55-9F6D-CB5F3B2A2BF3}" dt="2026-02-25T15:45:58.277" v="146" actId="26606"/>
          <ac:spMkLst>
            <pc:docMk/>
            <pc:sldMk cId="23844592" sldId="294"/>
            <ac:spMk id="3" creationId="{2DAD1DE0-6B3D-707E-12FC-DEA2F6EFD129}"/>
          </ac:spMkLst>
        </pc:spChg>
        <pc:spChg chg="del">
          <ac:chgData name="TITI SAKA - STUDENT" userId="e3fddf15-5c1f-4582-a6b8-9f8e42fdf845" providerId="ADAL" clId="{D74A832E-580A-4B55-9F6D-CB5F3B2A2BF3}" dt="2026-02-25T15:41:57.599" v="1" actId="26606"/>
          <ac:spMkLst>
            <pc:docMk/>
            <pc:sldMk cId="23844592" sldId="294"/>
            <ac:spMk id="4" creationId="{D1856712-94D6-C25D-8000-851D0DD94831}"/>
          </ac:spMkLst>
        </pc:spChg>
        <pc:spChg chg="add mod">
          <ac:chgData name="TITI SAKA - STUDENT" userId="e3fddf15-5c1f-4582-a6b8-9f8e42fdf845" providerId="ADAL" clId="{D74A832E-580A-4B55-9F6D-CB5F3B2A2BF3}" dt="2026-02-25T15:45:58.277" v="146" actId="26606"/>
          <ac:spMkLst>
            <pc:docMk/>
            <pc:sldMk cId="23844592" sldId="294"/>
            <ac:spMk id="9" creationId="{54237CF9-FEC4-C6A2-65CC-3FA3ADB84EB8}"/>
          </ac:spMkLst>
        </pc:spChg>
        <pc:spChg chg="add del mod">
          <ac:chgData name="TITI SAKA - STUDENT" userId="e3fddf15-5c1f-4582-a6b8-9f8e42fdf845" providerId="ADAL" clId="{D74A832E-580A-4B55-9F6D-CB5F3B2A2BF3}" dt="2026-02-25T15:45:26.114" v="145"/>
          <ac:spMkLst>
            <pc:docMk/>
            <pc:sldMk cId="23844592" sldId="294"/>
            <ac:spMk id="11" creationId="{1DD3E3BD-BB52-27F7-244C-017B4DA432DE}"/>
          </ac:spMkLst>
        </pc:spChg>
        <pc:spChg chg="add mod ord">
          <ac:chgData name="TITI SAKA - STUDENT" userId="e3fddf15-5c1f-4582-a6b8-9f8e42fdf845" providerId="ADAL" clId="{D74A832E-580A-4B55-9F6D-CB5F3B2A2BF3}" dt="2026-02-25T15:49:20.874" v="213" actId="404"/>
          <ac:spMkLst>
            <pc:docMk/>
            <pc:sldMk cId="23844592" sldId="294"/>
            <ac:spMk id="13" creationId="{42424ADE-73C3-D0F2-2452-8B66A4685C08}"/>
          </ac:spMkLst>
        </pc:spChg>
        <pc:picChg chg="add mod ord">
          <ac:chgData name="TITI SAKA - STUDENT" userId="e3fddf15-5c1f-4582-a6b8-9f8e42fdf845" providerId="ADAL" clId="{D74A832E-580A-4B55-9F6D-CB5F3B2A2BF3}" dt="2026-02-25T15:45:58.277" v="146" actId="26606"/>
          <ac:picMkLst>
            <pc:docMk/>
            <pc:sldMk cId="23844592" sldId="294"/>
            <ac:picMk id="5" creationId="{BCD99CF7-BE70-69A5-40A0-B3EBD43FF93D}"/>
          </ac:picMkLst>
        </pc:picChg>
      </pc:sldChg>
    </pc:docChg>
  </pc:docChgLst>
  <pc:docChgLst>
    <pc:chgData name="TITI SAKA - STUDENT" userId="e3fddf15-5c1f-4582-a6b8-9f8e42fdf845" providerId="ADAL" clId="{5CABC1E1-22FB-4835-9F21-D06E4F37075E}"/>
    <pc:docChg chg="undo custSel addSld delSld modSld">
      <pc:chgData name="TITI SAKA - STUDENT" userId="e3fddf15-5c1f-4582-a6b8-9f8e42fdf845" providerId="ADAL" clId="{5CABC1E1-22FB-4835-9F21-D06E4F37075E}" dt="2026-02-26T11:02:45.164" v="684" actId="20577"/>
      <pc:docMkLst>
        <pc:docMk/>
      </pc:docMkLst>
      <pc:sldChg chg="del">
        <pc:chgData name="TITI SAKA - STUDENT" userId="e3fddf15-5c1f-4582-a6b8-9f8e42fdf845" providerId="ADAL" clId="{5CABC1E1-22FB-4835-9F21-D06E4F37075E}" dt="2026-02-26T11:02:19.831" v="664" actId="47"/>
        <pc:sldMkLst>
          <pc:docMk/>
          <pc:sldMk cId="566997565" sldId="260"/>
        </pc:sldMkLst>
      </pc:sldChg>
      <pc:sldChg chg="addSp delSp modSp mod modClrScheme chgLayout">
        <pc:chgData name="TITI SAKA - STUDENT" userId="e3fddf15-5c1f-4582-a6b8-9f8e42fdf845" providerId="ADAL" clId="{5CABC1E1-22FB-4835-9F21-D06E4F37075E}" dt="2026-02-26T11:01:03.290" v="639" actId="14100"/>
        <pc:sldMkLst>
          <pc:docMk/>
          <pc:sldMk cId="1593920805" sldId="262"/>
        </pc:sldMkLst>
        <pc:spChg chg="mod ord">
          <ac:chgData name="TITI SAKA - STUDENT" userId="e3fddf15-5c1f-4582-a6b8-9f8e42fdf845" providerId="ADAL" clId="{5CABC1E1-22FB-4835-9F21-D06E4F37075E}" dt="2026-02-26T10:49:06.999" v="527" actId="20577"/>
          <ac:spMkLst>
            <pc:docMk/>
            <pc:sldMk cId="1593920805" sldId="262"/>
            <ac:spMk id="2" creationId="{75031FE9-9059-4FE8-B4AC-9771F23A1B89}"/>
          </ac:spMkLst>
        </pc:spChg>
        <pc:spChg chg="add mod ord">
          <ac:chgData name="TITI SAKA - STUDENT" userId="e3fddf15-5c1f-4582-a6b8-9f8e42fdf845" providerId="ADAL" clId="{5CABC1E1-22FB-4835-9F21-D06E4F37075E}" dt="2026-02-26T11:01:03.290" v="639" actId="14100"/>
          <ac:spMkLst>
            <pc:docMk/>
            <pc:sldMk cId="1593920805" sldId="262"/>
            <ac:spMk id="3" creationId="{71A4E492-B4E8-E62E-F959-F307EDC56C84}"/>
          </ac:spMkLst>
        </pc:spChg>
        <pc:spChg chg="add mod">
          <ac:chgData name="TITI SAKA - STUDENT" userId="e3fddf15-5c1f-4582-a6b8-9f8e42fdf845" providerId="ADAL" clId="{5CABC1E1-22FB-4835-9F21-D06E4F37075E}" dt="2026-02-26T11:01:03.290" v="639" actId="14100"/>
          <ac:spMkLst>
            <pc:docMk/>
            <pc:sldMk cId="1593920805" sldId="262"/>
            <ac:spMk id="4" creationId="{0663EA53-DA55-1CB4-452C-2261D3C33D7A}"/>
          </ac:spMkLst>
        </pc:spChg>
        <pc:spChg chg="add del mod">
          <ac:chgData name="TITI SAKA - STUDENT" userId="e3fddf15-5c1f-4582-a6b8-9f8e42fdf845" providerId="ADAL" clId="{5CABC1E1-22FB-4835-9F21-D06E4F37075E}" dt="2026-02-26T10:51:12.778" v="567" actId="478"/>
          <ac:spMkLst>
            <pc:docMk/>
            <pc:sldMk cId="1593920805" sldId="262"/>
            <ac:spMk id="6" creationId="{EF694B99-E9F3-9DF9-4F58-13C8D41BF075}"/>
          </ac:spMkLst>
        </pc:spChg>
        <pc:spChg chg="add mod">
          <ac:chgData name="TITI SAKA - STUDENT" userId="e3fddf15-5c1f-4582-a6b8-9f8e42fdf845" providerId="ADAL" clId="{5CABC1E1-22FB-4835-9F21-D06E4F37075E}" dt="2026-02-26T11:01:03.290" v="639" actId="14100"/>
          <ac:spMkLst>
            <pc:docMk/>
            <pc:sldMk cId="1593920805" sldId="262"/>
            <ac:spMk id="7" creationId="{4C28C9ED-1053-786A-F0B4-3FA92800ED74}"/>
          </ac:spMkLst>
        </pc:spChg>
        <pc:spChg chg="del mod ord">
          <ac:chgData name="TITI SAKA - STUDENT" userId="e3fddf15-5c1f-4582-a6b8-9f8e42fdf845" providerId="ADAL" clId="{5CABC1E1-22FB-4835-9F21-D06E4F37075E}" dt="2026-02-26T10:51:07.852" v="566" actId="478"/>
          <ac:spMkLst>
            <pc:docMk/>
            <pc:sldMk cId="1593920805" sldId="262"/>
            <ac:spMk id="8" creationId="{87441910-6501-5C60-C05A-BAFF34C25798}"/>
          </ac:spMkLst>
        </pc:spChg>
        <pc:spChg chg="add mod">
          <ac:chgData name="TITI SAKA - STUDENT" userId="e3fddf15-5c1f-4582-a6b8-9f8e42fdf845" providerId="ADAL" clId="{5CABC1E1-22FB-4835-9F21-D06E4F37075E}" dt="2026-02-26T11:01:03.290" v="639" actId="14100"/>
          <ac:spMkLst>
            <pc:docMk/>
            <pc:sldMk cId="1593920805" sldId="262"/>
            <ac:spMk id="9" creationId="{52FA5465-5CD9-B89A-808B-1F3882A268DE}"/>
          </ac:spMkLst>
        </pc:spChg>
        <pc:spChg chg="add mod">
          <ac:chgData name="TITI SAKA - STUDENT" userId="e3fddf15-5c1f-4582-a6b8-9f8e42fdf845" providerId="ADAL" clId="{5CABC1E1-22FB-4835-9F21-D06E4F37075E}" dt="2026-02-26T11:01:03.290" v="639" actId="14100"/>
          <ac:spMkLst>
            <pc:docMk/>
            <pc:sldMk cId="1593920805" sldId="262"/>
            <ac:spMk id="10" creationId="{9E2F48CE-DCCB-75D8-BB3C-63D1C73F0880}"/>
          </ac:spMkLst>
        </pc:spChg>
        <pc:spChg chg="mod ord">
          <ac:chgData name="TITI SAKA - STUDENT" userId="e3fddf15-5c1f-4582-a6b8-9f8e42fdf845" providerId="ADAL" clId="{5CABC1E1-22FB-4835-9F21-D06E4F37075E}" dt="2026-02-26T10:48:18.595" v="502" actId="700"/>
          <ac:spMkLst>
            <pc:docMk/>
            <pc:sldMk cId="1593920805" sldId="262"/>
            <ac:spMk id="30" creationId="{32C7587B-DD64-0940-2F6D-21C5F453FAB1}"/>
          </ac:spMkLst>
        </pc:spChg>
        <pc:spChg chg="del">
          <ac:chgData name="TITI SAKA - STUDENT" userId="e3fddf15-5c1f-4582-a6b8-9f8e42fdf845" providerId="ADAL" clId="{5CABC1E1-22FB-4835-9F21-D06E4F37075E}" dt="2026-02-26T10:48:34.101" v="505" actId="478"/>
          <ac:spMkLst>
            <pc:docMk/>
            <pc:sldMk cId="1593920805" sldId="262"/>
            <ac:spMk id="64" creationId="{1C668341-39BE-4448-B29D-2594AE6D75C2}"/>
          </ac:spMkLst>
        </pc:spChg>
        <pc:picChg chg="add mod">
          <ac:chgData name="TITI SAKA - STUDENT" userId="e3fddf15-5c1f-4582-a6b8-9f8e42fdf845" providerId="ADAL" clId="{5CABC1E1-22FB-4835-9F21-D06E4F37075E}" dt="2026-02-26T11:01:03.290" v="639" actId="14100"/>
          <ac:picMkLst>
            <pc:docMk/>
            <pc:sldMk cId="1593920805" sldId="262"/>
            <ac:picMk id="11" creationId="{B3506930-8ED3-3CF5-8FC0-75BC86813F9C}"/>
          </ac:picMkLst>
        </pc:picChg>
        <pc:picChg chg="del mod ord">
          <ac:chgData name="TITI SAKA - STUDENT" userId="e3fddf15-5c1f-4582-a6b8-9f8e42fdf845" providerId="ADAL" clId="{5CABC1E1-22FB-4835-9F21-D06E4F37075E}" dt="2026-02-26T10:48:23.829" v="503" actId="478"/>
          <ac:picMkLst>
            <pc:docMk/>
            <pc:sldMk cId="1593920805" sldId="262"/>
            <ac:picMk id="14" creationId="{206549BD-D8AF-D3BE-750E-5F8C50CCB5B9}"/>
          </ac:picMkLst>
        </pc:picChg>
        <pc:cxnChg chg="del">
          <ac:chgData name="TITI SAKA - STUDENT" userId="e3fddf15-5c1f-4582-a6b8-9f8e42fdf845" providerId="ADAL" clId="{5CABC1E1-22FB-4835-9F21-D06E4F37075E}" dt="2026-02-26T10:48:30.278" v="504" actId="478"/>
          <ac:cxnSpMkLst>
            <pc:docMk/>
            <pc:sldMk cId="1593920805" sldId="262"/>
            <ac:cxnSpMk id="17" creationId="{B31C374B-40F2-4B1E-A9D8-6E5C932FF170}"/>
          </ac:cxnSpMkLst>
        </pc:cxnChg>
      </pc:sldChg>
      <pc:sldChg chg="addSp delSp modSp mod modClrScheme chgLayout">
        <pc:chgData name="TITI SAKA - STUDENT" userId="e3fddf15-5c1f-4582-a6b8-9f8e42fdf845" providerId="ADAL" clId="{5CABC1E1-22FB-4835-9F21-D06E4F37075E}" dt="2026-02-26T10:29:46.984" v="186" actId="1076"/>
        <pc:sldMkLst>
          <pc:docMk/>
          <pc:sldMk cId="1346372204" sldId="264"/>
        </pc:sldMkLst>
        <pc:spChg chg="mod ord">
          <ac:chgData name="TITI SAKA - STUDENT" userId="e3fddf15-5c1f-4582-a6b8-9f8e42fdf845" providerId="ADAL" clId="{5CABC1E1-22FB-4835-9F21-D06E4F37075E}" dt="2026-02-26T10:29:14.375" v="182" actId="1076"/>
          <ac:spMkLst>
            <pc:docMk/>
            <pc:sldMk cId="1346372204" sldId="264"/>
            <ac:spMk id="2" creationId="{537E1C88-627C-4655-A4FB-0BB02EDB078A}"/>
          </ac:spMkLst>
        </pc:spChg>
        <pc:spChg chg="del mod ord">
          <ac:chgData name="TITI SAKA - STUDENT" userId="e3fddf15-5c1f-4582-a6b8-9f8e42fdf845" providerId="ADAL" clId="{5CABC1E1-22FB-4835-9F21-D06E4F37075E}" dt="2026-02-26T10:15:53.775" v="23" actId="478"/>
          <ac:spMkLst>
            <pc:docMk/>
            <pc:sldMk cId="1346372204" sldId="264"/>
            <ac:spMk id="3" creationId="{033634FE-ADF0-4BC3-A0A9-447EA9DD096B}"/>
          </ac:spMkLst>
        </pc:spChg>
        <pc:spChg chg="add del mod ord">
          <ac:chgData name="TITI SAKA - STUDENT" userId="e3fddf15-5c1f-4582-a6b8-9f8e42fdf845" providerId="ADAL" clId="{5CABC1E1-22FB-4835-9F21-D06E4F37075E}" dt="2026-02-26T10:16:00.427" v="25" actId="478"/>
          <ac:spMkLst>
            <pc:docMk/>
            <pc:sldMk cId="1346372204" sldId="264"/>
            <ac:spMk id="4" creationId="{71E5B014-6A91-7820-B06D-2EBAC5B05356}"/>
          </ac:spMkLst>
        </pc:spChg>
        <pc:spChg chg="mod ord">
          <ac:chgData name="TITI SAKA - STUDENT" userId="e3fddf15-5c1f-4582-a6b8-9f8e42fdf845" providerId="ADAL" clId="{5CABC1E1-22FB-4835-9F21-D06E4F37075E}" dt="2026-02-26T10:15:13.323" v="0" actId="700"/>
          <ac:spMkLst>
            <pc:docMk/>
            <pc:sldMk cId="1346372204" sldId="264"/>
            <ac:spMk id="6" creationId="{A4AC050D-BAF4-C23C-F8EC-24DEC4293002}"/>
          </ac:spMkLst>
        </pc:spChg>
        <pc:spChg chg="add del mod">
          <ac:chgData name="TITI SAKA - STUDENT" userId="e3fddf15-5c1f-4582-a6b8-9f8e42fdf845" providerId="ADAL" clId="{5CABC1E1-22FB-4835-9F21-D06E4F37075E}" dt="2026-02-26T10:15:58.394" v="24" actId="478"/>
          <ac:spMkLst>
            <pc:docMk/>
            <pc:sldMk cId="1346372204" sldId="264"/>
            <ac:spMk id="8" creationId="{00D23EA8-3789-8BC4-43A8-E115EF58E340}"/>
          </ac:spMkLst>
        </pc:spChg>
        <pc:spChg chg="add mod">
          <ac:chgData name="TITI SAKA - STUDENT" userId="e3fddf15-5c1f-4582-a6b8-9f8e42fdf845" providerId="ADAL" clId="{5CABC1E1-22FB-4835-9F21-D06E4F37075E}" dt="2026-02-26T10:29:46.984" v="186" actId="1076"/>
          <ac:spMkLst>
            <pc:docMk/>
            <pc:sldMk cId="1346372204" sldId="264"/>
            <ac:spMk id="21" creationId="{AA4D7C45-1D4C-97BE-1C08-9C647BAB1C53}"/>
          </ac:spMkLst>
        </pc:spChg>
        <pc:spChg chg="add mod">
          <ac:chgData name="TITI SAKA - STUDENT" userId="e3fddf15-5c1f-4582-a6b8-9f8e42fdf845" providerId="ADAL" clId="{5CABC1E1-22FB-4835-9F21-D06E4F37075E}" dt="2026-02-26T10:29:22.615" v="183" actId="1076"/>
          <ac:spMkLst>
            <pc:docMk/>
            <pc:sldMk cId="1346372204" sldId="264"/>
            <ac:spMk id="22" creationId="{59C78229-08C2-AF83-69FB-2415C22CCF1D}"/>
          </ac:spMkLst>
        </pc:spChg>
        <pc:spChg chg="add mod">
          <ac:chgData name="TITI SAKA - STUDENT" userId="e3fddf15-5c1f-4582-a6b8-9f8e42fdf845" providerId="ADAL" clId="{5CABC1E1-22FB-4835-9F21-D06E4F37075E}" dt="2026-02-26T10:28:16.733" v="175" actId="1076"/>
          <ac:spMkLst>
            <pc:docMk/>
            <pc:sldMk cId="1346372204" sldId="264"/>
            <ac:spMk id="23" creationId="{CDF67D3A-80A8-C927-6A28-D745A0D74D98}"/>
          </ac:spMkLst>
        </pc:spChg>
        <pc:spChg chg="add mod">
          <ac:chgData name="TITI SAKA - STUDENT" userId="e3fddf15-5c1f-4582-a6b8-9f8e42fdf845" providerId="ADAL" clId="{5CABC1E1-22FB-4835-9F21-D06E4F37075E}" dt="2026-02-26T10:29:32.975" v="184" actId="1076"/>
          <ac:spMkLst>
            <pc:docMk/>
            <pc:sldMk cId="1346372204" sldId="264"/>
            <ac:spMk id="24" creationId="{76DD50D7-492A-0371-DA2B-665F80CA8DD3}"/>
          </ac:spMkLst>
        </pc:spChg>
        <pc:spChg chg="add mod">
          <ac:chgData name="TITI SAKA - STUDENT" userId="e3fddf15-5c1f-4582-a6b8-9f8e42fdf845" providerId="ADAL" clId="{5CABC1E1-22FB-4835-9F21-D06E4F37075E}" dt="2026-02-26T10:28:44.054" v="177" actId="1076"/>
          <ac:spMkLst>
            <pc:docMk/>
            <pc:sldMk cId="1346372204" sldId="264"/>
            <ac:spMk id="25" creationId="{4CC84CE2-D57E-F0B1-8952-E003063BD99A}"/>
          </ac:spMkLst>
        </pc:spChg>
        <pc:picChg chg="add del mod">
          <ac:chgData name="TITI SAKA - STUDENT" userId="e3fddf15-5c1f-4582-a6b8-9f8e42fdf845" providerId="ADAL" clId="{5CABC1E1-22FB-4835-9F21-D06E4F37075E}" dt="2026-02-26T10:18:44.685" v="28" actId="478"/>
          <ac:picMkLst>
            <pc:docMk/>
            <pc:sldMk cId="1346372204" sldId="264"/>
            <ac:picMk id="5" creationId="{072A75CB-0200-8AD1-F7E8-5A0DC3477EA9}"/>
          </ac:picMkLst>
        </pc:picChg>
        <pc:picChg chg="add mod">
          <ac:chgData name="TITI SAKA - STUDENT" userId="e3fddf15-5c1f-4582-a6b8-9f8e42fdf845" providerId="ADAL" clId="{5CABC1E1-22FB-4835-9F21-D06E4F37075E}" dt="2026-02-26T10:29:46.984" v="186" actId="1076"/>
          <ac:picMkLst>
            <pc:docMk/>
            <pc:sldMk cId="1346372204" sldId="264"/>
            <ac:picMk id="10" creationId="{E1F9B4FF-71DA-E35F-8068-E4A5FA366F74}"/>
          </ac:picMkLst>
        </pc:picChg>
        <pc:picChg chg="add mod">
          <ac:chgData name="TITI SAKA - STUDENT" userId="e3fddf15-5c1f-4582-a6b8-9f8e42fdf845" providerId="ADAL" clId="{5CABC1E1-22FB-4835-9F21-D06E4F37075E}" dt="2026-02-26T10:29:32.975" v="184" actId="1076"/>
          <ac:picMkLst>
            <pc:docMk/>
            <pc:sldMk cId="1346372204" sldId="264"/>
            <ac:picMk id="12" creationId="{39572D01-48F7-12BF-4B69-7CC06E831AE8}"/>
          </ac:picMkLst>
        </pc:picChg>
        <pc:picChg chg="add mod">
          <ac:chgData name="TITI SAKA - STUDENT" userId="e3fddf15-5c1f-4582-a6b8-9f8e42fdf845" providerId="ADAL" clId="{5CABC1E1-22FB-4835-9F21-D06E4F37075E}" dt="2026-02-26T10:28:38.566" v="176" actId="1076"/>
          <ac:picMkLst>
            <pc:docMk/>
            <pc:sldMk cId="1346372204" sldId="264"/>
            <ac:picMk id="14" creationId="{2874B6FA-2293-8B6F-405B-F693F69A3250}"/>
          </ac:picMkLst>
        </pc:picChg>
        <pc:picChg chg="add mod">
          <ac:chgData name="TITI SAKA - STUDENT" userId="e3fddf15-5c1f-4582-a6b8-9f8e42fdf845" providerId="ADAL" clId="{5CABC1E1-22FB-4835-9F21-D06E4F37075E}" dt="2026-02-26T10:28:16.733" v="175" actId="1076"/>
          <ac:picMkLst>
            <pc:docMk/>
            <pc:sldMk cId="1346372204" sldId="264"/>
            <ac:picMk id="16" creationId="{5B592D5F-4439-A3FD-87DB-BD943636AC72}"/>
          </ac:picMkLst>
        </pc:picChg>
        <pc:picChg chg="add mod">
          <ac:chgData name="TITI SAKA - STUDENT" userId="e3fddf15-5c1f-4582-a6b8-9f8e42fdf845" providerId="ADAL" clId="{5CABC1E1-22FB-4835-9F21-D06E4F37075E}" dt="2026-02-26T10:28:16.733" v="175" actId="1076"/>
          <ac:picMkLst>
            <pc:docMk/>
            <pc:sldMk cId="1346372204" sldId="264"/>
            <ac:picMk id="18" creationId="{D8C70D0C-D7A9-ADD8-D461-5572D4DE8968}"/>
          </ac:picMkLst>
        </pc:picChg>
        <pc:picChg chg="add mod">
          <ac:chgData name="TITI SAKA - STUDENT" userId="e3fddf15-5c1f-4582-a6b8-9f8e42fdf845" providerId="ADAL" clId="{5CABC1E1-22FB-4835-9F21-D06E4F37075E}" dt="2026-02-26T10:29:22.615" v="183" actId="1076"/>
          <ac:picMkLst>
            <pc:docMk/>
            <pc:sldMk cId="1346372204" sldId="264"/>
            <ac:picMk id="20" creationId="{49D892EC-1A89-6202-2006-C5F346E20E61}"/>
          </ac:picMkLst>
        </pc:picChg>
      </pc:sldChg>
      <pc:sldChg chg="addSp delSp modSp mod modClrScheme chgLayout">
        <pc:chgData name="TITI SAKA - STUDENT" userId="e3fddf15-5c1f-4582-a6b8-9f8e42fdf845" providerId="ADAL" clId="{5CABC1E1-22FB-4835-9F21-D06E4F37075E}" dt="2026-02-26T10:38:34.012" v="275" actId="27636"/>
        <pc:sldMkLst>
          <pc:docMk/>
          <pc:sldMk cId="4151694508" sldId="268"/>
        </pc:sldMkLst>
        <pc:spChg chg="add del mod">
          <ac:chgData name="TITI SAKA - STUDENT" userId="e3fddf15-5c1f-4582-a6b8-9f8e42fdf845" providerId="ADAL" clId="{5CABC1E1-22FB-4835-9F21-D06E4F37075E}" dt="2026-02-26T10:36:54.179" v="238" actId="478"/>
          <ac:spMkLst>
            <pc:docMk/>
            <pc:sldMk cId="4151694508" sldId="268"/>
            <ac:spMk id="3" creationId="{8C14BA0F-062B-0C66-D548-B08D0DDDF74C}"/>
          </ac:spMkLst>
        </pc:spChg>
        <pc:spChg chg="mod ord">
          <ac:chgData name="TITI SAKA - STUDENT" userId="e3fddf15-5c1f-4582-a6b8-9f8e42fdf845" providerId="ADAL" clId="{5CABC1E1-22FB-4835-9F21-D06E4F37075E}" dt="2026-02-26T10:38:30.469" v="273" actId="14100"/>
          <ac:spMkLst>
            <pc:docMk/>
            <pc:sldMk cId="4151694508" sldId="268"/>
            <ac:spMk id="4" creationId="{FAD2AE59-5630-4D5C-83A9-4CDEF4D7DCFB}"/>
          </ac:spMkLst>
        </pc:spChg>
        <pc:spChg chg="mod ord">
          <ac:chgData name="TITI SAKA - STUDENT" userId="e3fddf15-5c1f-4582-a6b8-9f8e42fdf845" providerId="ADAL" clId="{5CABC1E1-22FB-4835-9F21-D06E4F37075E}" dt="2026-02-26T10:38:34.012" v="275" actId="27636"/>
          <ac:spMkLst>
            <pc:docMk/>
            <pc:sldMk cId="4151694508" sldId="268"/>
            <ac:spMk id="6" creationId="{5A6B31B0-7B84-475D-961F-09C0191F91A2}"/>
          </ac:spMkLst>
        </pc:spChg>
        <pc:spChg chg="mod ord">
          <ac:chgData name="TITI SAKA - STUDENT" userId="e3fddf15-5c1f-4582-a6b8-9f8e42fdf845" providerId="ADAL" clId="{5CABC1E1-22FB-4835-9F21-D06E4F37075E}" dt="2026-02-26T10:36:39.620" v="235" actId="700"/>
          <ac:spMkLst>
            <pc:docMk/>
            <pc:sldMk cId="4151694508" sldId="268"/>
            <ac:spMk id="7" creationId="{08761B51-19E8-1412-3155-39DDEACA1818}"/>
          </ac:spMkLst>
        </pc:spChg>
        <pc:spChg chg="del mod ord">
          <ac:chgData name="TITI SAKA - STUDENT" userId="e3fddf15-5c1f-4582-a6b8-9f8e42fdf845" providerId="ADAL" clId="{5CABC1E1-22FB-4835-9F21-D06E4F37075E}" dt="2026-02-26T10:36:51.509" v="237" actId="478"/>
          <ac:spMkLst>
            <pc:docMk/>
            <pc:sldMk cId="4151694508" sldId="268"/>
            <ac:spMk id="8" creationId="{813F3455-E568-40C9-9F4D-8C89F4CD95F8}"/>
          </ac:spMkLst>
        </pc:spChg>
      </pc:sldChg>
      <pc:sldChg chg="modSp mod">
        <pc:chgData name="TITI SAKA - STUDENT" userId="e3fddf15-5c1f-4582-a6b8-9f8e42fdf845" providerId="ADAL" clId="{5CABC1E1-22FB-4835-9F21-D06E4F37075E}" dt="2026-02-26T11:02:45.164" v="684" actId="20577"/>
        <pc:sldMkLst>
          <pc:docMk/>
          <pc:sldMk cId="2436493926" sldId="276"/>
        </pc:sldMkLst>
        <pc:spChg chg="mod">
          <ac:chgData name="TITI SAKA - STUDENT" userId="e3fddf15-5c1f-4582-a6b8-9f8e42fdf845" providerId="ADAL" clId="{5CABC1E1-22FB-4835-9F21-D06E4F37075E}" dt="2026-02-26T11:02:34.389" v="669" actId="403"/>
          <ac:spMkLst>
            <pc:docMk/>
            <pc:sldMk cId="2436493926" sldId="276"/>
            <ac:spMk id="2" creationId="{BCCAEE93-8585-46D4-A7EC-F184E317CB2E}"/>
          </ac:spMkLst>
        </pc:spChg>
        <pc:spChg chg="mod">
          <ac:chgData name="TITI SAKA - STUDENT" userId="e3fddf15-5c1f-4582-a6b8-9f8e42fdf845" providerId="ADAL" clId="{5CABC1E1-22FB-4835-9F21-D06E4F37075E}" dt="2026-02-26T11:02:45.164" v="684" actId="20577"/>
          <ac:spMkLst>
            <pc:docMk/>
            <pc:sldMk cId="2436493926" sldId="276"/>
            <ac:spMk id="3" creationId="{24AFFC60-19C3-4901-93F7-7AAF4C09F8C6}"/>
          </ac:spMkLst>
        </pc:spChg>
      </pc:sldChg>
      <pc:sldChg chg="del">
        <pc:chgData name="TITI SAKA - STUDENT" userId="e3fddf15-5c1f-4582-a6b8-9f8e42fdf845" providerId="ADAL" clId="{5CABC1E1-22FB-4835-9F21-D06E4F37075E}" dt="2026-02-26T11:02:18.215" v="663" actId="47"/>
        <pc:sldMkLst>
          <pc:docMk/>
          <pc:sldMk cId="4252466045" sldId="279"/>
        </pc:sldMkLst>
      </pc:sldChg>
      <pc:sldChg chg="addSp delSp modSp mod modClrScheme chgLayout modNotesTx">
        <pc:chgData name="TITI SAKA - STUDENT" userId="e3fddf15-5c1f-4582-a6b8-9f8e42fdf845" providerId="ADAL" clId="{5CABC1E1-22FB-4835-9F21-D06E4F37075E}" dt="2026-02-26T10:47:10.739" v="501" actId="20577"/>
        <pc:sldMkLst>
          <pc:docMk/>
          <pc:sldMk cId="1418789964" sldId="286"/>
        </pc:sldMkLst>
        <pc:spChg chg="mod ord">
          <ac:chgData name="TITI SAKA - STUDENT" userId="e3fddf15-5c1f-4582-a6b8-9f8e42fdf845" providerId="ADAL" clId="{5CABC1E1-22FB-4835-9F21-D06E4F37075E}" dt="2026-02-26T10:39:32.599" v="287" actId="20577"/>
          <ac:spMkLst>
            <pc:docMk/>
            <pc:sldMk cId="1418789964" sldId="286"/>
            <ac:spMk id="2" creationId="{67708C79-A4AC-4B5D-92DF-600737E4D11A}"/>
          </ac:spMkLst>
        </pc:spChg>
        <pc:spChg chg="add del mod ord">
          <ac:chgData name="TITI SAKA - STUDENT" userId="e3fddf15-5c1f-4582-a6b8-9f8e42fdf845" providerId="ADAL" clId="{5CABC1E1-22FB-4835-9F21-D06E4F37075E}" dt="2026-02-26T10:41:48.059" v="293" actId="478"/>
          <ac:spMkLst>
            <pc:docMk/>
            <pc:sldMk cId="1418789964" sldId="286"/>
            <ac:spMk id="3" creationId="{C84987B2-563A-5C52-6295-DA8AFA20C9BB}"/>
          </ac:spMkLst>
        </pc:spChg>
        <pc:spChg chg="del mod ord">
          <ac:chgData name="TITI SAKA - STUDENT" userId="e3fddf15-5c1f-4582-a6b8-9f8e42fdf845" providerId="ADAL" clId="{5CABC1E1-22FB-4835-9F21-D06E4F37075E}" dt="2026-02-26T10:41:34.974" v="289" actId="478"/>
          <ac:spMkLst>
            <pc:docMk/>
            <pc:sldMk cId="1418789964" sldId="286"/>
            <ac:spMk id="7" creationId="{02492136-277B-808E-9D1B-0527359207DB}"/>
          </ac:spMkLst>
        </pc:spChg>
        <pc:spChg chg="del mod ord">
          <ac:chgData name="TITI SAKA - STUDENT" userId="e3fddf15-5c1f-4582-a6b8-9f8e42fdf845" providerId="ADAL" clId="{5CABC1E1-22FB-4835-9F21-D06E4F37075E}" dt="2026-02-26T10:41:42.427" v="292" actId="478"/>
          <ac:spMkLst>
            <pc:docMk/>
            <pc:sldMk cId="1418789964" sldId="286"/>
            <ac:spMk id="12" creationId="{D3251268-42B4-3B45-A59B-740E2DB97A00}"/>
          </ac:spMkLst>
        </pc:spChg>
        <pc:spChg chg="mod ord">
          <ac:chgData name="TITI SAKA - STUDENT" userId="e3fddf15-5c1f-4582-a6b8-9f8e42fdf845" providerId="ADAL" clId="{5CABC1E1-22FB-4835-9F21-D06E4F37075E}" dt="2026-02-26T10:39:21.234" v="276" actId="700"/>
          <ac:spMkLst>
            <pc:docMk/>
            <pc:sldMk cId="1418789964" sldId="286"/>
            <ac:spMk id="14" creationId="{F3DE1AA4-0AE6-C6D5-E252-BBD5ED259E32}"/>
          </ac:spMkLst>
        </pc:spChg>
        <pc:spChg chg="add del mod">
          <ac:chgData name="TITI SAKA - STUDENT" userId="e3fddf15-5c1f-4582-a6b8-9f8e42fdf845" providerId="ADAL" clId="{5CABC1E1-22FB-4835-9F21-D06E4F37075E}" dt="2026-02-26T10:41:49.611" v="294" actId="478"/>
          <ac:spMkLst>
            <pc:docMk/>
            <pc:sldMk cId="1418789964" sldId="286"/>
            <ac:spMk id="16" creationId="{E2B28E75-4F28-AAEB-B8E3-407A94EFA658}"/>
          </ac:spMkLst>
        </pc:spChg>
        <pc:spChg chg="add mod">
          <ac:chgData name="TITI SAKA - STUDENT" userId="e3fddf15-5c1f-4582-a6b8-9f8e42fdf845" providerId="ADAL" clId="{5CABC1E1-22FB-4835-9F21-D06E4F37075E}" dt="2026-02-26T10:45:09.352" v="350" actId="1076"/>
          <ac:spMkLst>
            <pc:docMk/>
            <pc:sldMk cId="1418789964" sldId="286"/>
            <ac:spMk id="17" creationId="{61EBBB96-5C02-E437-5BCE-81B4A6ED16CD}"/>
          </ac:spMkLst>
        </pc:spChg>
        <pc:spChg chg="add mod">
          <ac:chgData name="TITI SAKA - STUDENT" userId="e3fddf15-5c1f-4582-a6b8-9f8e42fdf845" providerId="ADAL" clId="{5CABC1E1-22FB-4835-9F21-D06E4F37075E}" dt="2026-02-26T10:45:05.417" v="349" actId="1076"/>
          <ac:spMkLst>
            <pc:docMk/>
            <pc:sldMk cId="1418789964" sldId="286"/>
            <ac:spMk id="18" creationId="{827F130A-B34D-3713-D1B2-964D360DA162}"/>
          </ac:spMkLst>
        </pc:spChg>
        <pc:spChg chg="add mod">
          <ac:chgData name="TITI SAKA - STUDENT" userId="e3fddf15-5c1f-4582-a6b8-9f8e42fdf845" providerId="ADAL" clId="{5CABC1E1-22FB-4835-9F21-D06E4F37075E}" dt="2026-02-26T10:45:00.264" v="348" actId="1076"/>
          <ac:spMkLst>
            <pc:docMk/>
            <pc:sldMk cId="1418789964" sldId="286"/>
            <ac:spMk id="19" creationId="{44EB8B40-0717-DE07-AB20-4C6A821C2A9F}"/>
          </ac:spMkLst>
        </pc:spChg>
        <pc:picChg chg="add del mod">
          <ac:chgData name="TITI SAKA - STUDENT" userId="e3fddf15-5c1f-4582-a6b8-9f8e42fdf845" providerId="ADAL" clId="{5CABC1E1-22FB-4835-9F21-D06E4F37075E}" dt="2026-02-26T10:42:46.301" v="301" actId="478"/>
          <ac:picMkLst>
            <pc:docMk/>
            <pc:sldMk cId="1418789964" sldId="286"/>
            <ac:picMk id="5" creationId="{8733FDD6-B980-CFC1-DE2D-596C34571FF3}"/>
          </ac:picMkLst>
        </pc:picChg>
        <pc:picChg chg="add mod">
          <ac:chgData name="TITI SAKA - STUDENT" userId="e3fddf15-5c1f-4582-a6b8-9f8e42fdf845" providerId="ADAL" clId="{5CABC1E1-22FB-4835-9F21-D06E4F37075E}" dt="2026-02-26T10:44:36.857" v="345" actId="1076"/>
          <ac:picMkLst>
            <pc:docMk/>
            <pc:sldMk cId="1418789964" sldId="286"/>
            <ac:picMk id="8" creationId="{5A089E9D-F8FA-E783-7EDB-B351C9BEE20B}"/>
          </ac:picMkLst>
        </pc:picChg>
        <pc:picChg chg="add mod">
          <ac:chgData name="TITI SAKA - STUDENT" userId="e3fddf15-5c1f-4582-a6b8-9f8e42fdf845" providerId="ADAL" clId="{5CABC1E1-22FB-4835-9F21-D06E4F37075E}" dt="2026-02-26T10:44:36.857" v="345" actId="1076"/>
          <ac:picMkLst>
            <pc:docMk/>
            <pc:sldMk cId="1418789964" sldId="286"/>
            <ac:picMk id="10" creationId="{B7F002F6-E966-3E99-C593-19A3BD904B73}"/>
          </ac:picMkLst>
        </pc:picChg>
        <pc:picChg chg="add mod">
          <ac:chgData name="TITI SAKA - STUDENT" userId="e3fddf15-5c1f-4582-a6b8-9f8e42fdf845" providerId="ADAL" clId="{5CABC1E1-22FB-4835-9F21-D06E4F37075E}" dt="2026-02-26T10:44:36.857" v="345" actId="1076"/>
          <ac:picMkLst>
            <pc:docMk/>
            <pc:sldMk cId="1418789964" sldId="286"/>
            <ac:picMk id="13" creationId="{0224CC37-6EEE-E5D4-4636-7E67117E0123}"/>
          </ac:picMkLst>
        </pc:picChg>
      </pc:sldChg>
      <pc:sldChg chg="addSp delSp modSp mod modClrScheme chgLayout">
        <pc:chgData name="TITI SAKA - STUDENT" userId="e3fddf15-5c1f-4582-a6b8-9f8e42fdf845" providerId="ADAL" clId="{5CABC1E1-22FB-4835-9F21-D06E4F37075E}" dt="2026-02-26T10:35:51.705" v="234" actId="1076"/>
        <pc:sldMkLst>
          <pc:docMk/>
          <pc:sldMk cId="3003251909" sldId="291"/>
        </pc:sldMkLst>
        <pc:spChg chg="mod ord">
          <ac:chgData name="TITI SAKA - STUDENT" userId="e3fddf15-5c1f-4582-a6b8-9f8e42fdf845" providerId="ADAL" clId="{5CABC1E1-22FB-4835-9F21-D06E4F37075E}" dt="2026-02-26T10:33:14.499" v="208" actId="26606"/>
          <ac:spMkLst>
            <pc:docMk/>
            <pc:sldMk cId="3003251909" sldId="291"/>
            <ac:spMk id="2" creationId="{216815C6-3AD0-46E6-A74A-1967BD91AF50}"/>
          </ac:spMkLst>
        </pc:spChg>
        <pc:spChg chg="mod ord">
          <ac:chgData name="TITI SAKA - STUDENT" userId="e3fddf15-5c1f-4582-a6b8-9f8e42fdf845" providerId="ADAL" clId="{5CABC1E1-22FB-4835-9F21-D06E4F37075E}" dt="2026-02-26T10:35:51.705" v="234" actId="1076"/>
          <ac:spMkLst>
            <pc:docMk/>
            <pc:sldMk cId="3003251909" sldId="291"/>
            <ac:spMk id="3" creationId="{1901B20D-4C28-4DA3-ABBD-718C22A5E58B}"/>
          </ac:spMkLst>
        </pc:spChg>
        <pc:spChg chg="mod ord">
          <ac:chgData name="TITI SAKA - STUDENT" userId="e3fddf15-5c1f-4582-a6b8-9f8e42fdf845" providerId="ADAL" clId="{5CABC1E1-22FB-4835-9F21-D06E4F37075E}" dt="2026-02-26T10:33:14.499" v="208" actId="26606"/>
          <ac:spMkLst>
            <pc:docMk/>
            <pc:sldMk cId="3003251909" sldId="291"/>
            <ac:spMk id="4" creationId="{58D8D8EF-09F7-2BAC-3EC4-6E8F40515A5D}"/>
          </ac:spMkLst>
        </pc:spChg>
        <pc:spChg chg="add del mod ord">
          <ac:chgData name="TITI SAKA - STUDENT" userId="e3fddf15-5c1f-4582-a6b8-9f8e42fdf845" providerId="ADAL" clId="{5CABC1E1-22FB-4835-9F21-D06E4F37075E}" dt="2026-02-26T10:33:02.599" v="207"/>
          <ac:spMkLst>
            <pc:docMk/>
            <pc:sldMk cId="3003251909" sldId="291"/>
            <ac:spMk id="5" creationId="{4E6EB9C8-9214-EC6C-EB00-15F2B022DE64}"/>
          </ac:spMkLst>
        </pc:spChg>
        <pc:picChg chg="add mod">
          <ac:chgData name="TITI SAKA - STUDENT" userId="e3fddf15-5c1f-4582-a6b8-9f8e42fdf845" providerId="ADAL" clId="{5CABC1E1-22FB-4835-9F21-D06E4F37075E}" dt="2026-02-26T10:35:39.785" v="233" actId="1076"/>
          <ac:picMkLst>
            <pc:docMk/>
            <pc:sldMk cId="3003251909" sldId="291"/>
            <ac:picMk id="6" creationId="{ABF733D3-D30E-110B-4B4A-0D7F154F61DE}"/>
          </ac:picMkLst>
        </pc:picChg>
      </pc:sldChg>
      <pc:sldChg chg="del">
        <pc:chgData name="TITI SAKA - STUDENT" userId="e3fddf15-5c1f-4582-a6b8-9f8e42fdf845" providerId="ADAL" clId="{5CABC1E1-22FB-4835-9F21-D06E4F37075E}" dt="2026-02-26T11:02:16.664" v="662" actId="47"/>
        <pc:sldMkLst>
          <pc:docMk/>
          <pc:sldMk cId="2390678392" sldId="292"/>
        </pc:sldMkLst>
      </pc:sldChg>
      <pc:sldChg chg="modSp add mod">
        <pc:chgData name="TITI SAKA - STUDENT" userId="e3fddf15-5c1f-4582-a6b8-9f8e42fdf845" providerId="ADAL" clId="{5CABC1E1-22FB-4835-9F21-D06E4F37075E}" dt="2026-02-26T11:02:06.087" v="661"/>
        <pc:sldMkLst>
          <pc:docMk/>
          <pc:sldMk cId="1565934850" sldId="295"/>
        </pc:sldMkLst>
        <pc:spChg chg="mod">
          <ac:chgData name="TITI SAKA - STUDENT" userId="e3fddf15-5c1f-4582-a6b8-9f8e42fdf845" providerId="ADAL" clId="{5CABC1E1-22FB-4835-9F21-D06E4F37075E}" dt="2026-02-26T11:01:22.699" v="655" actId="20577"/>
          <ac:spMkLst>
            <pc:docMk/>
            <pc:sldMk cId="1565934850" sldId="295"/>
            <ac:spMk id="2" creationId="{832F7283-8620-F300-8B42-6FD580408058}"/>
          </ac:spMkLst>
        </pc:spChg>
        <pc:spChg chg="mod">
          <ac:chgData name="TITI SAKA - STUDENT" userId="e3fddf15-5c1f-4582-a6b8-9f8e42fdf845" providerId="ADAL" clId="{5CABC1E1-22FB-4835-9F21-D06E4F37075E}" dt="2026-02-26T11:01:39.271" v="657"/>
          <ac:spMkLst>
            <pc:docMk/>
            <pc:sldMk cId="1565934850" sldId="295"/>
            <ac:spMk id="3" creationId="{50DE41D8-3E24-56D6-AB21-5F944128A042}"/>
          </ac:spMkLst>
        </pc:spChg>
        <pc:spChg chg="mod">
          <ac:chgData name="TITI SAKA - STUDENT" userId="e3fddf15-5c1f-4582-a6b8-9f8e42fdf845" providerId="ADAL" clId="{5CABC1E1-22FB-4835-9F21-D06E4F37075E}" dt="2026-02-26T11:01:50.903" v="659"/>
          <ac:spMkLst>
            <pc:docMk/>
            <pc:sldMk cId="1565934850" sldId="295"/>
            <ac:spMk id="7" creationId="{741B562B-3712-DDB3-7EA0-C71EA5C0A2A1}"/>
          </ac:spMkLst>
        </pc:spChg>
        <pc:spChg chg="mod">
          <ac:chgData name="TITI SAKA - STUDENT" userId="e3fddf15-5c1f-4582-a6b8-9f8e42fdf845" providerId="ADAL" clId="{5CABC1E1-22FB-4835-9F21-D06E4F37075E}" dt="2026-02-26T11:02:06.087" v="661"/>
          <ac:spMkLst>
            <pc:docMk/>
            <pc:sldMk cId="1565934850" sldId="295"/>
            <ac:spMk id="9" creationId="{EEA15FB0-8655-6F23-E450-B4CFB3841CD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5:19:46.12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17002 55 9129,'0'0'7073,"-42"1"-6239,-1 1-627,-234 4 782,91-6-732,-1050 24-55,-350 138-39,867-77-14,-1060 81-183,-9-37-14,-501 42-133,1953-142 170,-1881 187-124,1533-124 60,-806 197-1,509-1 155,759-206-32,5 8 0,-249 138 0,414-199-64,0 1-1,3 3 1,-84 69-1,116-85-7,1-1-1,0 2 0,1 0 0,2 0 1,0 1-1,1 0 0,2 1 1,0 0-1,2 0 0,0 1 0,2 0 1,-3 24-1,6-14-37,1 0 0,2-1 1,2 1-1,2-1 0,1 1 0,1-1 0,3 0 1,1-1-1,1 1 0,26 43 0,-5-22-20,3-1-1,2-1 1,3-2-1,90 82 1,-56-65 24,3-4 0,4-2-1,143 80 1,-94-71-18,274 104 0,174 6-39,8-39-8,139 4 25,797 69 0,763-82 212,986-185 42,-2933 41-118,2290-102 222,0 28-173,-153 16 2,-11-58 94,-1386 18-153,-940 90-29,-3-5 1,-1-4-1,-1-6 1,-3-4-1,205-92 1,-288 111-22,-2-1 0,68-48 1,-91 55 15,0-1 0,-2 0 0,0-2-1,-2 1 1,0-2 0,15-26 0,-13 13-5,-1 0-1,-3-1 1,-2 0-1,-1-1 0,10-59 1,-13 31-33,-4-1 0,-6-90 0,-2 118-11,-1 0-1,-3 0 0,-2 1 1,-2-1-1,-2 2 0,-1-1 1,-3 1-1,-1 1 0,-2 0 1,-2 1-1,-2 1 0,-1 0 1,-3 2-1,-37-35 0,-1 9-124,-4 1-1,-2 4 0,-3 2 0,-126-64 1,-348-138-608,172 104 759,-516-140 0,-424-26 779,-411 33-508,-22 116-181,1382 141-42,-1082-93 60,92-71-542,340 42-284,8 43-83,714 86-1584,67 7-2683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147A1-2E64-4532-0612-B472707E3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0480A6-9160-1399-E4FD-D8381137C1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21DAED-9D9A-8DA1-ED6F-D0C8F5F0B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38EF58-9CE4-58F9-317E-66EDEE5B76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298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13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34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Development Team made up of a tester, product owner and scrum master; familiar with data scrapping, data visualisation, jQuery, Java/JavaScript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67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3330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87A6F-9E36-C216-8AAB-1F65BA678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4E9B52-C1D9-5B0E-B6F3-78292C916C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E6EEF4-2479-BF7F-A78E-D682233D2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D56E9-A132-72E3-B76A-61DFA89D8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5944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8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.sv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Relationship Id="rId14" Type="http://schemas.openxmlformats.org/officeDocument/2006/relationships/image" Target="../media/image4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>
            <a:normAutofit/>
          </a:bodyPr>
          <a:lstStyle/>
          <a:p>
            <a:r>
              <a:rPr lang="en-US" dirty="0"/>
              <a:t>Virtual Stock Trader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730E3D-ABF1-7A29-694C-25A53BE35FA5}"/>
              </a:ext>
            </a:extLst>
          </p:cNvPr>
          <p:cNvSpPr txBox="1"/>
          <p:nvPr/>
        </p:nvSpPr>
        <p:spPr>
          <a:xfrm>
            <a:off x="4898571" y="3869871"/>
            <a:ext cx="66724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chemeClr val="bg1"/>
                </a:solidFill>
              </a:rPr>
              <a:t>Sponsors: Titi, Sandil, Gormley, Joe Corr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332" y="620712"/>
            <a:ext cx="7606895" cy="1141291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Our Agenda</a:t>
            </a:r>
            <a:endParaRPr lang="en-Z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E3C505-991F-9E41-AB41-658A341146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850" r="41658" b="1"/>
          <a:stretch>
            <a:fillRect/>
          </a:stretch>
        </p:blipFill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  <a:noFill/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803953" y="4859756"/>
            <a:ext cx="7615274" cy="995631"/>
          </a:xfrm>
        </p:spPr>
        <p:txBody>
          <a:bodyPr anchor="b">
            <a:normAutofit/>
          </a:bodyPr>
          <a:lstStyle/>
          <a:p>
            <a:pPr marL="0" indent="0" algn="ctr">
              <a:buNone/>
            </a:pPr>
            <a:r>
              <a:rPr lang="en-GB" sz="3200" b="1" dirty="0"/>
              <a:t>Teach new </a:t>
            </a:r>
            <a:r>
              <a:rPr lang="en-IE" sz="3200" b="1" dirty="0"/>
              <a:t>stock market investor #1</a:t>
            </a:r>
            <a:endParaRPr lang="en-US" sz="3200" b="1" dirty="0"/>
          </a:p>
          <a:p>
            <a:endParaRPr lang="en-GB" sz="32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334911-A30F-34F3-596E-7C59FEE09E82}"/>
              </a:ext>
            </a:extLst>
          </p:cNvPr>
          <p:cNvSpPr txBox="1"/>
          <p:nvPr/>
        </p:nvSpPr>
        <p:spPr>
          <a:xfrm>
            <a:off x="3245733" y="1676038"/>
            <a:ext cx="2619911" cy="188769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400" i="1" dirty="0">
                <a:solidFill>
                  <a:schemeClr val="bg1"/>
                </a:solidFill>
                <a:ea typeface="Calibri"/>
                <a:cs typeface="Calibri"/>
              </a:rPr>
              <a:t>Teach</a:t>
            </a:r>
            <a:r>
              <a:rPr lang="en-GB" sz="2400" b="0" i="1" u="none" strike="noStrike" baseline="0" dirty="0">
                <a:solidFill>
                  <a:schemeClr val="bg1"/>
                </a:solidFill>
                <a:ea typeface="Calibri"/>
                <a:cs typeface="Calibri"/>
              </a:rPr>
              <a:t> new investors about</a:t>
            </a:r>
            <a:r>
              <a:rPr lang="en-GB" sz="2400" i="1" dirty="0">
                <a:solidFill>
                  <a:schemeClr val="bg1"/>
                </a:solidFill>
                <a:ea typeface="Calibri"/>
                <a:cs typeface="Calibri"/>
              </a:rPr>
              <a:t> how</a:t>
            </a:r>
            <a:r>
              <a:rPr lang="en-GB" sz="2400" b="0" i="1" u="none" strike="noStrike" baseline="0" dirty="0">
                <a:solidFill>
                  <a:schemeClr val="bg1"/>
                </a:solidFill>
                <a:ea typeface="Calibri"/>
                <a:cs typeface="Calibri"/>
              </a:rPr>
              <a:t> the stock market can be </a:t>
            </a:r>
            <a:r>
              <a:rPr lang="en-GB" sz="2400" i="1" dirty="0">
                <a:solidFill>
                  <a:schemeClr val="bg1"/>
                </a:solidFill>
                <a:ea typeface="Calibri"/>
                <a:cs typeface="Calibri"/>
              </a:rPr>
              <a:t>used?</a:t>
            </a:r>
            <a:endParaRPr lang="en-GB" sz="2400" i="1" dirty="0">
              <a:solidFill>
                <a:schemeClr val="bg1"/>
              </a:solidFill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</a:pPr>
            <a:endParaRPr kumimoji="0" lang="en-GB" sz="2000" b="0" i="1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>
                <a:solidFill>
                  <a:srgbClr val="000000"/>
                </a:solidFill>
              </a:uFill>
              <a:ea typeface="+mn-ea"/>
              <a:cs typeface="+mn-cs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7E02B3-8B38-034B-996C-6DD703D1C895}"/>
              </a:ext>
            </a:extLst>
          </p:cNvPr>
          <p:cNvSpPr txBox="1"/>
          <p:nvPr/>
        </p:nvSpPr>
        <p:spPr>
          <a:xfrm>
            <a:off x="6148943" y="2398990"/>
            <a:ext cx="3048001" cy="188769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IE" sz="2400" i="1" dirty="0">
                <a:solidFill>
                  <a:schemeClr val="bg1"/>
                </a:solidFill>
                <a:ea typeface="Calibri"/>
                <a:cs typeface="Calibri"/>
              </a:rPr>
              <a:t>Give</a:t>
            </a:r>
            <a:r>
              <a:rPr lang="en-IE" sz="2400" b="0" i="1" u="none" strike="noStrike" baseline="0" dirty="0">
                <a:solidFill>
                  <a:schemeClr val="bg1"/>
                </a:solidFill>
                <a:ea typeface="Calibri"/>
                <a:cs typeface="Calibri"/>
              </a:rPr>
              <a:t> new investors the chance to learn how the stock market </a:t>
            </a:r>
            <a:r>
              <a:rPr lang="en-IE" sz="2400" i="1" dirty="0">
                <a:solidFill>
                  <a:schemeClr val="bg1"/>
                </a:solidFill>
                <a:ea typeface="Calibri"/>
                <a:cs typeface="Calibri"/>
              </a:rPr>
              <a:t>works?</a:t>
            </a:r>
            <a:endParaRPr lang="en-GB" sz="2000" i="1" dirty="0">
              <a:solidFill>
                <a:schemeClr val="bg1"/>
              </a:solidFill>
            </a:endParaRP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</a:pPr>
            <a:endParaRPr kumimoji="0" lang="en-GB" sz="2000" b="0" i="1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>
                <a:solidFill>
                  <a:srgbClr val="000000"/>
                </a:solidFill>
              </a:uFill>
              <a:ea typeface="+mn-ea"/>
              <a:cs typeface="+mn-cs"/>
              <a:sym typeface="Calibri"/>
            </a:endParaRPr>
          </a:p>
        </p:txBody>
      </p:sp>
      <p:sp>
        <p:nvSpPr>
          <p:cNvPr id="9" name="Shape 32">
            <a:extLst>
              <a:ext uri="{FF2B5EF4-FFF2-40B4-BE49-F238E27FC236}">
                <a16:creationId xmlns:a16="http://schemas.microsoft.com/office/drawing/2014/main" id="{34A38F1F-0DDE-1045-0AC9-85E286A60860}"/>
              </a:ext>
            </a:extLst>
          </p:cNvPr>
          <p:cNvSpPr txBox="1">
            <a:spLocks/>
          </p:cNvSpPr>
          <p:nvPr/>
        </p:nvSpPr>
        <p:spPr>
          <a:xfrm>
            <a:off x="9480243" y="1725234"/>
            <a:ext cx="2505582" cy="1669950"/>
          </a:xfrm>
          <a:prstGeom prst="rect">
            <a:avLst/>
          </a:prstGeom>
        </p:spPr>
        <p:txBody>
          <a:bodyPr lIns="38100" tIns="38100" rIns="38100" bIns="38100"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 sz="1800">
                <a:uFillTx/>
              </a:defRPr>
            </a:pPr>
            <a:r>
              <a:rPr lang="en-US" sz="2400" i="1" dirty="0">
                <a:solidFill>
                  <a:schemeClr val="bg1"/>
                </a:solidFill>
              </a:rPr>
              <a:t>Make sure that investors know what they are doing?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865E8B4-C83B-29DC-20DF-A7D528F72A2C}"/>
                  </a:ext>
                </a:extLst>
              </p14:cNvPr>
              <p14:cNvContentPartPr/>
              <p14:nvPr/>
            </p14:nvContentPartPr>
            <p14:xfrm>
              <a:off x="3397516" y="4209341"/>
              <a:ext cx="8428147" cy="1669951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865E8B4-C83B-29DC-20DF-A7D528F72A2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34515" y="4146704"/>
                <a:ext cx="8553790" cy="179558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3191A7-AF48-9D68-A1CC-92FEE6A61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A38D0-B13A-01EE-E934-7A9080016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5791199" cy="1408938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The Elevator Pitch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A333E-3239-9FB4-0E54-2AF9D606732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2000" y="2305050"/>
            <a:ext cx="6597650" cy="40497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For </a:t>
            </a:r>
            <a:r>
              <a:rPr lang="en-US" b="1" dirty="0">
                <a:solidFill>
                  <a:schemeClr val="accent1"/>
                </a:solidFill>
              </a:rPr>
              <a:t>[new investors]</a:t>
            </a:r>
          </a:p>
          <a:p>
            <a:r>
              <a:rPr lang="en-US" dirty="0">
                <a:solidFill>
                  <a:schemeClr val="accent1"/>
                </a:solidFill>
              </a:rPr>
              <a:t>who </a:t>
            </a:r>
            <a:r>
              <a:rPr lang="en-US" b="1" dirty="0">
                <a:solidFill>
                  <a:schemeClr val="accent1"/>
                </a:solidFill>
              </a:rPr>
              <a:t>[need a safe way of exploring the functions of the stock market]</a:t>
            </a:r>
          </a:p>
          <a:p>
            <a:r>
              <a:rPr lang="en-US" dirty="0">
                <a:solidFill>
                  <a:schemeClr val="accent1"/>
                </a:solidFill>
              </a:rPr>
              <a:t>the </a:t>
            </a:r>
            <a:r>
              <a:rPr lang="en-US" b="1" dirty="0">
                <a:solidFill>
                  <a:schemeClr val="accent1"/>
                </a:solidFill>
              </a:rPr>
              <a:t>[Virtual Stock Trader]</a:t>
            </a:r>
          </a:p>
          <a:p>
            <a:r>
              <a:rPr lang="en-US" dirty="0">
                <a:solidFill>
                  <a:schemeClr val="accent1"/>
                </a:solidFill>
              </a:rPr>
              <a:t>is </a:t>
            </a:r>
            <a:r>
              <a:rPr lang="en-US" b="1" dirty="0">
                <a:solidFill>
                  <a:schemeClr val="accent1"/>
                </a:solidFill>
              </a:rPr>
              <a:t>[a mobile phone application]</a:t>
            </a:r>
          </a:p>
          <a:p>
            <a:r>
              <a:rPr lang="en-US" dirty="0">
                <a:solidFill>
                  <a:schemeClr val="accent1"/>
                </a:solidFill>
              </a:rPr>
              <a:t>that </a:t>
            </a:r>
            <a:r>
              <a:rPr lang="en-US" b="1" dirty="0">
                <a:solidFill>
                  <a:schemeClr val="accent1"/>
                </a:solidFill>
              </a:rPr>
              <a:t>[allows inexperienced users to learn the basics of the stock market without risks to their finances].</a:t>
            </a:r>
          </a:p>
          <a:p>
            <a:r>
              <a:rPr lang="en-US" dirty="0">
                <a:solidFill>
                  <a:schemeClr val="accent1"/>
                </a:solidFill>
              </a:rPr>
              <a:t>Unlike </a:t>
            </a:r>
            <a:r>
              <a:rPr lang="en-US" b="1" dirty="0">
                <a:solidFill>
                  <a:schemeClr val="accent1"/>
                </a:solidFill>
              </a:rPr>
              <a:t>[ETORO and similar companies]</a:t>
            </a:r>
          </a:p>
          <a:p>
            <a:r>
              <a:rPr lang="en-US" dirty="0">
                <a:solidFill>
                  <a:schemeClr val="accent1"/>
                </a:solidFill>
              </a:rPr>
              <a:t>our product </a:t>
            </a:r>
            <a:r>
              <a:rPr lang="en-US" b="1" dirty="0">
                <a:solidFill>
                  <a:schemeClr val="accent1"/>
                </a:solidFill>
              </a:rPr>
              <a:t>[allows users to simulate stocks without risking their hard-earned money in the process].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185ED-52B5-2E79-0FB7-FEFA12F92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>
                <a:solidFill>
                  <a:schemeClr val="tx2"/>
                </a:solidFill>
              </a:rPr>
              <a:pPr/>
              <a:t>3</a:t>
            </a:fld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0690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4237CF9-FEC4-C6A2-65CC-3FA3ADB8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 anchor="t">
            <a:normAutofit/>
          </a:bodyPr>
          <a:lstStyle/>
          <a:p>
            <a:r>
              <a:rPr lang="en-US" dirty="0"/>
              <a:t>Product Box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AD1DE0-6B3D-707E-12FC-DEA2F6EFD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2424ADE-73C3-D0F2-2452-8B66A4685C08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734" y="2590800"/>
            <a:ext cx="4515035" cy="3505200"/>
          </a:xfrm>
        </p:spPr>
        <p:txBody>
          <a:bodyPr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Virtual Stock Trader</a:t>
            </a:r>
          </a:p>
          <a:p>
            <a:pPr algn="ctr"/>
            <a:endParaRPr lang="en-US" sz="2000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i="1" dirty="0"/>
              <a:t>Trade Safe and Easy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i="1" dirty="0"/>
              <a:t>Instant access straight from your phone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i="1" dirty="0"/>
              <a:t>Virtual stocks, no risk involved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i="1" dirty="0"/>
              <a:t>Training ground for new investors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D99CF7-BE70-69A5-40A0-B3EBD43FF93D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2"/>
          <a:stretch>
            <a:fillRect/>
          </a:stretch>
        </p:blipFill>
        <p:spPr>
          <a:xfrm>
            <a:off x="6022907" y="2590800"/>
            <a:ext cx="3761198" cy="3505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844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0" y="896111"/>
            <a:ext cx="7889768" cy="1013491"/>
          </a:xfrm>
        </p:spPr>
        <p:txBody>
          <a:bodyPr>
            <a:normAutofit/>
          </a:bodyPr>
          <a:lstStyle/>
          <a:p>
            <a:r>
              <a:rPr lang="en-US" dirty="0"/>
              <a:t>The Not List​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F855448-57DF-E468-AF41-00CAAC2D7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52FDA21-768F-9929-E6D6-D78CD4F8E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375EB9D-F052-D24A-347F-419DB7829D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263758"/>
              </p:ext>
            </p:extLst>
          </p:nvPr>
        </p:nvGraphicFramePr>
        <p:xfrm>
          <a:off x="3520440" y="1909602"/>
          <a:ext cx="8132298" cy="25908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4066149">
                  <a:extLst>
                    <a:ext uri="{9D8B030D-6E8A-4147-A177-3AD203B41FA5}">
                      <a16:colId xmlns:a16="http://schemas.microsoft.com/office/drawing/2014/main" val="3476039989"/>
                    </a:ext>
                  </a:extLst>
                </a:gridCol>
                <a:gridCol w="4066149">
                  <a:extLst>
                    <a:ext uri="{9D8B030D-6E8A-4147-A177-3AD203B41FA5}">
                      <a16:colId xmlns:a16="http://schemas.microsoft.com/office/drawing/2014/main" val="649185320"/>
                    </a:ext>
                  </a:extLst>
                </a:gridCol>
              </a:tblGrid>
              <a:tr h="401000">
                <a:tc>
                  <a:txBody>
                    <a:bodyPr/>
                    <a:lstStyle/>
                    <a:p>
                      <a:r>
                        <a:rPr lang="en-IE" sz="2800" dirty="0"/>
                        <a:t>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2800" dirty="0"/>
                        <a:t>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559082"/>
                  </a:ext>
                </a:extLst>
              </a:tr>
              <a:tr h="401000">
                <a:tc>
                  <a:txBody>
                    <a:bodyPr/>
                    <a:lstStyle/>
                    <a:p>
                      <a:r>
                        <a:rPr lang="en-IE" sz="2800" dirty="0">
                          <a:solidFill>
                            <a:schemeClr val="accent1"/>
                          </a:solidFill>
                        </a:rPr>
                        <a:t>Live stock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2800" dirty="0">
                          <a:solidFill>
                            <a:schemeClr val="accent1"/>
                          </a:solidFill>
                        </a:rPr>
                        <a:t>Random Tips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411316"/>
                  </a:ext>
                </a:extLst>
              </a:tr>
              <a:tr h="401000">
                <a:tc>
                  <a:txBody>
                    <a:bodyPr/>
                    <a:lstStyle/>
                    <a:p>
                      <a:r>
                        <a:rPr lang="en-IE" sz="2800" dirty="0">
                          <a:solidFill>
                            <a:schemeClr val="accent1"/>
                          </a:solidFill>
                        </a:rPr>
                        <a:t>Specific stock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2800" dirty="0">
                          <a:solidFill>
                            <a:schemeClr val="accent1"/>
                          </a:solidFill>
                        </a:rPr>
                        <a:t>View others’ trades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000410"/>
                  </a:ext>
                </a:extLst>
              </a:tr>
              <a:tr h="401000">
                <a:tc>
                  <a:txBody>
                    <a:bodyPr/>
                    <a:lstStyle/>
                    <a:p>
                      <a:r>
                        <a:rPr lang="en-IE" sz="2800" dirty="0">
                          <a:solidFill>
                            <a:schemeClr val="accent1"/>
                          </a:solidFill>
                        </a:rPr>
                        <a:t>Purchase fake currency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2800" dirty="0">
                          <a:solidFill>
                            <a:schemeClr val="accent1"/>
                          </a:solidFill>
                        </a:rPr>
                        <a:t>Trading Leaderboard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716585"/>
                  </a:ext>
                </a:extLst>
              </a:tr>
              <a:tr h="401000">
                <a:tc>
                  <a:txBody>
                    <a:bodyPr/>
                    <a:lstStyle/>
                    <a:p>
                      <a:endParaRPr lang="en-IE" sz="28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28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24989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5660008-1826-E857-5653-8AF13BC864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272310"/>
              </p:ext>
            </p:extLst>
          </p:nvPr>
        </p:nvGraphicFramePr>
        <p:xfrm>
          <a:off x="3520440" y="4500402"/>
          <a:ext cx="8128000" cy="249936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355303736"/>
                    </a:ext>
                  </a:extLst>
                </a:gridCol>
              </a:tblGrid>
              <a:tr h="471520">
                <a:tc>
                  <a:txBody>
                    <a:bodyPr/>
                    <a:lstStyle/>
                    <a:p>
                      <a:r>
                        <a:rPr lang="en-IE" sz="2800" dirty="0"/>
                        <a:t>Unresolved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616078"/>
                  </a:ext>
                </a:extLst>
              </a:tr>
              <a:tr h="471520">
                <a:tc>
                  <a:txBody>
                    <a:bodyPr/>
                    <a:lstStyle/>
                    <a:p>
                      <a:r>
                        <a:rPr lang="en-IE" sz="2800" dirty="0">
                          <a:solidFill>
                            <a:schemeClr val="accent1"/>
                          </a:solidFill>
                        </a:rPr>
                        <a:t>Verifying &amp; signing in through user 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9761905"/>
                  </a:ext>
                </a:extLst>
              </a:tr>
              <a:tr h="471520">
                <a:tc>
                  <a:txBody>
                    <a:bodyPr/>
                    <a:lstStyle/>
                    <a:p>
                      <a:r>
                        <a:rPr lang="en-IE" sz="2800" dirty="0">
                          <a:solidFill>
                            <a:schemeClr val="accent1"/>
                          </a:solidFill>
                        </a:rPr>
                        <a:t>View your statistics &amp; graphs </a:t>
                      </a:r>
                      <a:r>
                        <a:rPr lang="en-IE" sz="2800">
                          <a:solidFill>
                            <a:schemeClr val="accent1"/>
                          </a:solidFill>
                        </a:rPr>
                        <a:t>of your trading history</a:t>
                      </a:r>
                      <a:endParaRPr lang="en-IE" sz="28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488907"/>
                  </a:ext>
                </a:extLst>
              </a:tr>
              <a:tr h="471520">
                <a:tc>
                  <a:txBody>
                    <a:bodyPr/>
                    <a:lstStyle/>
                    <a:p>
                      <a:endParaRPr lang="en-IE" sz="28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070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9539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Project Community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" name="Graphic 9" descr="Programmer female with solid fill">
            <a:extLst>
              <a:ext uri="{FF2B5EF4-FFF2-40B4-BE49-F238E27FC236}">
                <a16:creationId xmlns:a16="http://schemas.microsoft.com/office/drawing/2014/main" id="{E1F9B4FF-71DA-E35F-8068-E4A5FA366F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03409" y="2550501"/>
            <a:ext cx="2161309" cy="2161309"/>
          </a:xfrm>
          <a:prstGeom prst="rect">
            <a:avLst/>
          </a:prstGeom>
        </p:spPr>
      </p:pic>
      <p:pic>
        <p:nvPicPr>
          <p:cNvPr id="12" name="Graphic 11" descr="Store with solid fill">
            <a:extLst>
              <a:ext uri="{FF2B5EF4-FFF2-40B4-BE49-F238E27FC236}">
                <a16:creationId xmlns:a16="http://schemas.microsoft.com/office/drawing/2014/main" id="{39572D01-48F7-12BF-4B69-7CC06E831A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30553" y="1979093"/>
            <a:ext cx="1332547" cy="1332547"/>
          </a:xfrm>
          <a:prstGeom prst="rect">
            <a:avLst/>
          </a:prstGeom>
        </p:spPr>
      </p:pic>
      <p:pic>
        <p:nvPicPr>
          <p:cNvPr id="14" name="Graphic 13" descr="Bar graph with upward trend with solid fill">
            <a:extLst>
              <a:ext uri="{FF2B5EF4-FFF2-40B4-BE49-F238E27FC236}">
                <a16:creationId xmlns:a16="http://schemas.microsoft.com/office/drawing/2014/main" id="{2874B6FA-2293-8B6F-405B-F693F69A325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88906" y="4469539"/>
            <a:ext cx="1332548" cy="1332548"/>
          </a:xfrm>
          <a:prstGeom prst="rect">
            <a:avLst/>
          </a:prstGeom>
        </p:spPr>
      </p:pic>
      <p:pic>
        <p:nvPicPr>
          <p:cNvPr id="16" name="Graphic 15" descr="Office worker female with solid fill">
            <a:extLst>
              <a:ext uri="{FF2B5EF4-FFF2-40B4-BE49-F238E27FC236}">
                <a16:creationId xmlns:a16="http://schemas.microsoft.com/office/drawing/2014/main" id="{5B592D5F-4439-A3FD-87DB-BD943636AC7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34486" y="4603750"/>
            <a:ext cx="1332549" cy="1332549"/>
          </a:xfrm>
          <a:prstGeom prst="rect">
            <a:avLst/>
          </a:prstGeom>
        </p:spPr>
      </p:pic>
      <p:pic>
        <p:nvPicPr>
          <p:cNvPr id="18" name="Graphic 17" descr="Office worker male with solid fill">
            <a:extLst>
              <a:ext uri="{FF2B5EF4-FFF2-40B4-BE49-F238E27FC236}">
                <a16:creationId xmlns:a16="http://schemas.microsoft.com/office/drawing/2014/main" id="{D8C70D0C-D7A9-ADD8-D461-5572D4DE896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54540" y="4603750"/>
            <a:ext cx="1332549" cy="1332549"/>
          </a:xfrm>
          <a:prstGeom prst="rect">
            <a:avLst/>
          </a:prstGeom>
        </p:spPr>
      </p:pic>
      <p:pic>
        <p:nvPicPr>
          <p:cNvPr id="20" name="Graphic 19" descr="School boy with solid fill">
            <a:extLst>
              <a:ext uri="{FF2B5EF4-FFF2-40B4-BE49-F238E27FC236}">
                <a16:creationId xmlns:a16="http://schemas.microsoft.com/office/drawing/2014/main" id="{49D892EC-1A89-6202-2006-C5F346E20E6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376367" y="1805067"/>
            <a:ext cx="1332549" cy="133254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A4D7C45-1D4C-97BE-1C08-9C647BAB1C53}"/>
              </a:ext>
            </a:extLst>
          </p:cNvPr>
          <p:cNvSpPr txBox="1"/>
          <p:nvPr/>
        </p:nvSpPr>
        <p:spPr>
          <a:xfrm>
            <a:off x="5077579" y="4630956"/>
            <a:ext cx="2732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dirty="0">
                <a:solidFill>
                  <a:schemeClr val="bg1"/>
                </a:solidFill>
              </a:rPr>
              <a:t>Our Development Team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C78229-08C2-AF83-69FB-2415C22CCF1D}"/>
              </a:ext>
            </a:extLst>
          </p:cNvPr>
          <p:cNvSpPr txBox="1"/>
          <p:nvPr/>
        </p:nvSpPr>
        <p:spPr>
          <a:xfrm>
            <a:off x="8961986" y="2984825"/>
            <a:ext cx="2161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dirty="0">
                <a:solidFill>
                  <a:schemeClr val="bg1"/>
                </a:solidFill>
              </a:rPr>
              <a:t>Trading Newcomers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F67D3A-80A8-C927-6A28-D745A0D74D98}"/>
              </a:ext>
            </a:extLst>
          </p:cNvPr>
          <p:cNvSpPr txBox="1"/>
          <p:nvPr/>
        </p:nvSpPr>
        <p:spPr>
          <a:xfrm>
            <a:off x="1579633" y="5802087"/>
            <a:ext cx="2161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dirty="0">
                <a:solidFill>
                  <a:schemeClr val="bg1"/>
                </a:solidFill>
              </a:rPr>
              <a:t>Day Traders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DD50D7-492A-0371-DA2B-665F80CA8DD3}"/>
              </a:ext>
            </a:extLst>
          </p:cNvPr>
          <p:cNvSpPr txBox="1"/>
          <p:nvPr/>
        </p:nvSpPr>
        <p:spPr>
          <a:xfrm>
            <a:off x="2135070" y="3177027"/>
            <a:ext cx="2161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dirty="0">
                <a:solidFill>
                  <a:schemeClr val="bg1"/>
                </a:solidFill>
              </a:rPr>
              <a:t>The Stock Market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C84CE2-D57E-F0B1-8952-E003063BD99A}"/>
              </a:ext>
            </a:extLst>
          </p:cNvPr>
          <p:cNvSpPr txBox="1"/>
          <p:nvPr/>
        </p:nvSpPr>
        <p:spPr>
          <a:xfrm>
            <a:off x="8174525" y="5663587"/>
            <a:ext cx="2161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dirty="0">
                <a:solidFill>
                  <a:schemeClr val="bg1"/>
                </a:solidFill>
              </a:rPr>
              <a:t>Publicly Traded Companies</a:t>
            </a:r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 anchor="t">
            <a:normAutofit/>
          </a:bodyPr>
          <a:lstStyle/>
          <a:p>
            <a:r>
              <a:rPr lang="en-US" dirty="0"/>
              <a:t>Technical 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8D8EF-09F7-2BAC-3EC4-6E8F4051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6" name="Content Placeholder 5" descr="A blue rectangle with black text&#10;&#10;AI-generated content may be incorrect.">
            <a:extLst>
              <a:ext uri="{FF2B5EF4-FFF2-40B4-BE49-F238E27FC236}">
                <a16:creationId xmlns:a16="http://schemas.microsoft.com/office/drawing/2014/main" id="{ABF733D3-D30E-110B-4B4A-0D7F154F61DE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3"/>
          <a:stretch>
            <a:fillRect/>
          </a:stretch>
        </p:blipFill>
        <p:spPr>
          <a:xfrm>
            <a:off x="1473854" y="1824629"/>
            <a:ext cx="7985051" cy="2774804"/>
          </a:xfrm>
          <a:prstGeom prst="rect">
            <a:avLst/>
          </a:prstGeom>
          <a:noFill/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15636" y="4599433"/>
            <a:ext cx="4272742" cy="2282479"/>
          </a:xfrm>
        </p:spPr>
        <p:txBody>
          <a:bodyPr numCol="2">
            <a:normAutofit/>
          </a:bodyPr>
          <a:lstStyle/>
          <a:p>
            <a:pPr lvl="0">
              <a:defRPr>
                <a:uFillTx/>
              </a:defRPr>
            </a:pPr>
            <a:r>
              <a:rPr lang="en-IE" sz="1600" b="1" dirty="0">
                <a:uFill>
                  <a:solidFill/>
                </a:uFill>
              </a:rPr>
              <a:t>Technologies:</a:t>
            </a:r>
            <a:endParaRPr lang="en-IE" sz="1600" dirty="0">
              <a:uFill>
                <a:solidFill/>
              </a:uFill>
            </a:endParaRPr>
          </a:p>
          <a:p>
            <a:pPr lvl="0">
              <a:buSzPct val="100000"/>
              <a:defRPr>
                <a:uFillTx/>
              </a:defRPr>
            </a:pPr>
            <a:r>
              <a:rPr lang="en-IE" sz="1600" dirty="0">
                <a:uFill>
                  <a:solidFill/>
                </a:uFill>
              </a:rPr>
              <a:t>Frontend:</a:t>
            </a:r>
          </a:p>
          <a:p>
            <a:pPr marL="342900" lvl="1" indent="-342900">
              <a:buSzPct val="100000"/>
              <a:defRPr>
                <a:uFillTx/>
              </a:defRPr>
            </a:pPr>
            <a:r>
              <a:rPr lang="en-IE" sz="1600" dirty="0">
                <a:uFill>
                  <a:solidFill/>
                </a:uFill>
              </a:rPr>
              <a:t>React.js + DS</a:t>
            </a:r>
          </a:p>
          <a:p>
            <a:pPr marL="342900" lvl="1" indent="-342900">
              <a:buSzPct val="100000"/>
              <a:defRPr>
                <a:uFillTx/>
              </a:defRPr>
            </a:pPr>
            <a:r>
              <a:rPr lang="en-IE" sz="1600" dirty="0"/>
              <a:t>Java/JavaScript API Implementation</a:t>
            </a:r>
          </a:p>
          <a:p>
            <a:pPr marL="342900" lvl="1" indent="-342900">
              <a:buSzPct val="100000"/>
              <a:defRPr>
                <a:uFillTx/>
              </a:defRPr>
            </a:pPr>
            <a:endParaRPr lang="en-IE" sz="1600" dirty="0">
              <a:uFill>
                <a:solidFill/>
              </a:uFill>
            </a:endParaRPr>
          </a:p>
          <a:p>
            <a:pPr marL="0" lvl="1" indent="0">
              <a:buSzPct val="100000"/>
              <a:buNone/>
              <a:defRPr>
                <a:uFillTx/>
              </a:defRPr>
            </a:pPr>
            <a:r>
              <a:rPr lang="en-IE" sz="1600" dirty="0">
                <a:uFill>
                  <a:solidFill/>
                </a:uFill>
              </a:rPr>
              <a:t>Backend:</a:t>
            </a:r>
          </a:p>
          <a:p>
            <a:pPr marL="342900" lvl="1" indent="-342900">
              <a:buSzPct val="100000"/>
              <a:defRPr>
                <a:uFillTx/>
              </a:defRPr>
            </a:pPr>
            <a:r>
              <a:rPr lang="en-IE" sz="1600" dirty="0">
                <a:uFill>
                  <a:solidFill/>
                </a:uFill>
              </a:rPr>
              <a:t>Fiscal.ai</a:t>
            </a:r>
          </a:p>
          <a:p>
            <a:pPr marL="342900" lvl="1" indent="-342900">
              <a:buSzPct val="100000"/>
              <a:defRPr>
                <a:uFillTx/>
              </a:defRPr>
            </a:pPr>
            <a:r>
              <a:rPr lang="en-IE" sz="1600" dirty="0"/>
              <a:t>NASDAQ (libraries/live info)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03251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0" y="896111"/>
            <a:ext cx="7889768" cy="1597707"/>
          </a:xfrm>
        </p:spPr>
        <p:txBody>
          <a:bodyPr/>
          <a:lstStyle/>
          <a:p>
            <a:r>
              <a:rPr lang="en-US" dirty="0"/>
              <a:t>What Keeps us up at night?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20440" y="2493819"/>
            <a:ext cx="7886080" cy="365534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defRPr sz="1800">
                <a:uFillTx/>
              </a:defRPr>
            </a:pPr>
            <a:r>
              <a:rPr lang="en-IE" sz="3200" dirty="0"/>
              <a:t>Data Collection</a:t>
            </a:r>
          </a:p>
          <a:p>
            <a:pPr lvl="1">
              <a:lnSpc>
                <a:spcPct val="100000"/>
              </a:lnSpc>
              <a:defRPr sz="1800">
                <a:uFillTx/>
              </a:defRPr>
            </a:pPr>
            <a:r>
              <a:rPr lang="en-IE" sz="2800" dirty="0"/>
              <a:t>Finding free and available APIs</a:t>
            </a:r>
          </a:p>
          <a:p>
            <a:pPr>
              <a:lnSpc>
                <a:spcPct val="100000"/>
              </a:lnSpc>
              <a:defRPr sz="1800">
                <a:uFillTx/>
              </a:defRPr>
            </a:pPr>
            <a:r>
              <a:rPr lang="en-IE" sz="3200" dirty="0"/>
              <a:t>Cost</a:t>
            </a:r>
          </a:p>
          <a:p>
            <a:pPr lvl="1">
              <a:lnSpc>
                <a:spcPct val="100000"/>
              </a:lnSpc>
              <a:defRPr sz="1800">
                <a:uFillTx/>
              </a:defRPr>
            </a:pPr>
            <a:r>
              <a:rPr lang="en-IE" sz="2800" dirty="0"/>
              <a:t>Paying for APIs if free ones aren’t available</a:t>
            </a:r>
          </a:p>
          <a:p>
            <a:pPr>
              <a:lnSpc>
                <a:spcPct val="100000"/>
              </a:lnSpc>
              <a:defRPr sz="1800">
                <a:uFillTx/>
              </a:defRPr>
            </a:pPr>
            <a:r>
              <a:rPr lang="en-IE" sz="3200" dirty="0"/>
              <a:t>Inaccurately predicting trades</a:t>
            </a:r>
          </a:p>
          <a:p>
            <a:pPr lvl="1">
              <a:lnSpc>
                <a:spcPct val="100000"/>
              </a:lnSpc>
              <a:defRPr sz="1800">
                <a:uFillTx/>
              </a:defRPr>
            </a:pPr>
            <a:r>
              <a:rPr lang="en-IE" sz="2800" dirty="0"/>
              <a:t>Giving a false idea of how the market works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 Team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3DE1AA4-0AE6-C6D5-E252-BBD5ED25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8" name="Graphic 7" descr="Users with solid fill">
            <a:extLst>
              <a:ext uri="{FF2B5EF4-FFF2-40B4-BE49-F238E27FC236}">
                <a16:creationId xmlns:a16="http://schemas.microsoft.com/office/drawing/2014/main" id="{5A089E9D-F8FA-E783-7EDB-B351C9BEE2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3971" y="2221673"/>
            <a:ext cx="2198531" cy="2198531"/>
          </a:xfrm>
          <a:prstGeom prst="rect">
            <a:avLst/>
          </a:prstGeom>
        </p:spPr>
      </p:pic>
      <p:pic>
        <p:nvPicPr>
          <p:cNvPr id="10" name="Graphic 9" descr="Office worker male with solid fill">
            <a:extLst>
              <a:ext uri="{FF2B5EF4-FFF2-40B4-BE49-F238E27FC236}">
                <a16:creationId xmlns:a16="http://schemas.microsoft.com/office/drawing/2014/main" id="{B7F002F6-E966-3E99-C593-19A3BD904B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78982" y="2221674"/>
            <a:ext cx="2198531" cy="2198531"/>
          </a:xfrm>
          <a:prstGeom prst="rect">
            <a:avLst/>
          </a:prstGeom>
        </p:spPr>
      </p:pic>
      <p:pic>
        <p:nvPicPr>
          <p:cNvPr id="13" name="Graphic 12" descr="Programmer male with solid fill">
            <a:extLst>
              <a:ext uri="{FF2B5EF4-FFF2-40B4-BE49-F238E27FC236}">
                <a16:creationId xmlns:a16="http://schemas.microsoft.com/office/drawing/2014/main" id="{0224CC37-6EEE-E5D4-4636-7E67117E01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8960" y="2221675"/>
            <a:ext cx="2198531" cy="219853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1EBBB96-5C02-E437-5BCE-81B4A6ED16CD}"/>
              </a:ext>
            </a:extLst>
          </p:cNvPr>
          <p:cNvSpPr txBox="1"/>
          <p:nvPr/>
        </p:nvSpPr>
        <p:spPr>
          <a:xfrm>
            <a:off x="980530" y="4914768"/>
            <a:ext cx="2495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3200" dirty="0"/>
              <a:t>DevOps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7F130A-B34D-3713-D1B2-964D360DA162}"/>
              </a:ext>
            </a:extLst>
          </p:cNvPr>
          <p:cNvSpPr txBox="1"/>
          <p:nvPr/>
        </p:nvSpPr>
        <p:spPr>
          <a:xfrm>
            <a:off x="4631759" y="4668547"/>
            <a:ext cx="28429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3200" dirty="0"/>
              <a:t>Development Team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EB8B40-0717-DE07-AB20-4C6A821C2A9F}"/>
              </a:ext>
            </a:extLst>
          </p:cNvPr>
          <p:cNvSpPr txBox="1"/>
          <p:nvPr/>
        </p:nvSpPr>
        <p:spPr>
          <a:xfrm>
            <a:off x="8629353" y="4740392"/>
            <a:ext cx="2495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3200" dirty="0"/>
              <a:t>Team Lead</a:t>
            </a:r>
          </a:p>
        </p:txBody>
      </p:sp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Big is this thing?​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4E492-B4E8-E62E-F959-F307EDC56C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52574" y="2826914"/>
            <a:ext cx="2684270" cy="1076466"/>
          </a:xfrm>
        </p:spPr>
        <p:txBody>
          <a:bodyPr/>
          <a:lstStyle/>
          <a:p>
            <a:pPr marL="0" indent="0">
              <a:buNone/>
            </a:pPr>
            <a:r>
              <a:rPr lang="en-IE" dirty="0"/>
              <a:t>Development</a:t>
            </a:r>
          </a:p>
          <a:p>
            <a:pPr marL="0" indent="0">
              <a:buNone/>
            </a:pPr>
            <a:r>
              <a:rPr lang="en-IE" dirty="0"/>
              <a:t>Approx. 10 – 12 weeks</a:t>
            </a: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32C7587B-DD64-0940-2F6D-21C5F453F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0663EA53-DA55-1CB4-452C-2261D3C33D7A}"/>
              </a:ext>
            </a:extLst>
          </p:cNvPr>
          <p:cNvSpPr/>
          <p:nvPr/>
        </p:nvSpPr>
        <p:spPr>
          <a:xfrm>
            <a:off x="1552574" y="3539023"/>
            <a:ext cx="9866540" cy="1481864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C28C9ED-1053-786A-F0B4-3FA92800ED74}"/>
              </a:ext>
            </a:extLst>
          </p:cNvPr>
          <p:cNvSpPr txBox="1">
            <a:spLocks/>
          </p:cNvSpPr>
          <p:nvPr/>
        </p:nvSpPr>
        <p:spPr>
          <a:xfrm>
            <a:off x="4596201" y="2813266"/>
            <a:ext cx="2684270" cy="1076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en-IE" dirty="0"/>
              <a:t>Testing </a:t>
            </a:r>
          </a:p>
          <a:p>
            <a:pPr marL="0" indent="0">
              <a:buFont typeface="+mj-lt"/>
              <a:buNone/>
            </a:pPr>
            <a:r>
              <a:rPr lang="en-IE" dirty="0"/>
              <a:t>Approx. 2 – 3 weeks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2FA5465-5CD9-B89A-808B-1F3882A268DE}"/>
              </a:ext>
            </a:extLst>
          </p:cNvPr>
          <p:cNvSpPr txBox="1">
            <a:spLocks/>
          </p:cNvSpPr>
          <p:nvPr/>
        </p:nvSpPr>
        <p:spPr>
          <a:xfrm>
            <a:off x="7639829" y="2805739"/>
            <a:ext cx="2684270" cy="1076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en-IE" dirty="0"/>
              <a:t>Release</a:t>
            </a:r>
          </a:p>
          <a:p>
            <a:pPr marL="0" indent="0">
              <a:buFont typeface="+mj-lt"/>
              <a:buNone/>
            </a:pPr>
            <a:r>
              <a:rPr lang="en-IE" dirty="0"/>
              <a:t>Approx. 2 weeks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9E2F48CE-DCCB-75D8-BB3C-63D1C73F0880}"/>
              </a:ext>
            </a:extLst>
          </p:cNvPr>
          <p:cNvSpPr/>
          <p:nvPr/>
        </p:nvSpPr>
        <p:spPr>
          <a:xfrm>
            <a:off x="3977270" y="2826914"/>
            <a:ext cx="411344" cy="1052397"/>
          </a:xfrm>
          <a:prstGeom prst="chevro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506930-8ED3-3CF5-8FC0-75BC86813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612" y="2831011"/>
            <a:ext cx="485069" cy="106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E5425-71C0-5B63-E258-6FC95FD05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F7283-8620-F300-8B42-6FD580408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Release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E41D8-3E24-56D6-AB21-5F944128A0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52574" y="2826914"/>
            <a:ext cx="2684270" cy="1076466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Stability</a:t>
            </a:r>
          </a:p>
          <a:p>
            <a:pPr marL="0" indent="0">
              <a:buNone/>
            </a:pPr>
            <a:r>
              <a:rPr lang="en-GB" dirty="0"/>
              <a:t>Users have learnt and are comfortable</a:t>
            </a: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CA0A60A3-6BDC-9564-396B-179D00450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14B1519E-F1E0-4002-EE66-D051BE567C75}"/>
              </a:ext>
            </a:extLst>
          </p:cNvPr>
          <p:cNvSpPr/>
          <p:nvPr/>
        </p:nvSpPr>
        <p:spPr>
          <a:xfrm>
            <a:off x="1552574" y="3539023"/>
            <a:ext cx="9866540" cy="1481864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41B562B-3712-DDB3-7EA0-C71EA5C0A2A1}"/>
              </a:ext>
            </a:extLst>
          </p:cNvPr>
          <p:cNvSpPr txBox="1">
            <a:spLocks/>
          </p:cNvSpPr>
          <p:nvPr/>
        </p:nvSpPr>
        <p:spPr>
          <a:xfrm>
            <a:off x="4596201" y="2813266"/>
            <a:ext cx="2684270" cy="1076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en-GB" dirty="0"/>
              <a:t>Bumps &amp; Issues</a:t>
            </a:r>
          </a:p>
          <a:p>
            <a:pPr marL="0" indent="0">
              <a:buFont typeface="+mj-lt"/>
              <a:buNone/>
            </a:pPr>
            <a:r>
              <a:rPr lang="en-GB" dirty="0"/>
              <a:t>Users adjusting to the app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EA15FB0-8655-6F23-E450-B4CFB3841CDE}"/>
              </a:ext>
            </a:extLst>
          </p:cNvPr>
          <p:cNvSpPr txBox="1">
            <a:spLocks/>
          </p:cNvSpPr>
          <p:nvPr/>
        </p:nvSpPr>
        <p:spPr>
          <a:xfrm>
            <a:off x="7639829" y="2805739"/>
            <a:ext cx="2684270" cy="1076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en-IE" dirty="0"/>
              <a:t>Release</a:t>
            </a:r>
          </a:p>
          <a:p>
            <a:pPr marL="0" indent="0">
              <a:buFont typeface="+mj-lt"/>
              <a:buNone/>
            </a:pPr>
            <a:r>
              <a:rPr lang="en-IE" dirty="0"/>
              <a:t>Excitement, users learning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8C04FB96-5C35-DC08-7A95-692E934759FA}"/>
              </a:ext>
            </a:extLst>
          </p:cNvPr>
          <p:cNvSpPr/>
          <p:nvPr/>
        </p:nvSpPr>
        <p:spPr>
          <a:xfrm>
            <a:off x="3977270" y="2826914"/>
            <a:ext cx="411344" cy="1052397"/>
          </a:xfrm>
          <a:prstGeom prst="chevro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795C60-AEC3-577F-7784-CD0D49901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612" y="2831011"/>
            <a:ext cx="485069" cy="106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934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245" y="544285"/>
            <a:ext cx="5528217" cy="2685383"/>
          </a:xfrm>
        </p:spPr>
        <p:txBody>
          <a:bodyPr>
            <a:normAutofit/>
          </a:bodyPr>
          <a:lstStyle/>
          <a:p>
            <a:r>
              <a:rPr lang="en-US" sz="5400" dirty="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6340" y="3423773"/>
            <a:ext cx="5528217" cy="2029969"/>
          </a:xfrm>
        </p:spPr>
        <p:txBody>
          <a:bodyPr bIns="0">
            <a:normAutofit/>
          </a:bodyPr>
          <a:lstStyle/>
          <a:p>
            <a:r>
              <a:rPr lang="en-US" dirty="0"/>
              <a:t>Lemon Oligarchy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DC40BDC3F73142A5A8F1C0828A12A8" ma:contentTypeVersion="15" ma:contentTypeDescription="Create a new document." ma:contentTypeScope="" ma:versionID="53f3d0d659eec328a92388d2883589b4">
  <xsd:schema xmlns:xsd="http://www.w3.org/2001/XMLSchema" xmlns:xs="http://www.w3.org/2001/XMLSchema" xmlns:p="http://schemas.microsoft.com/office/2006/metadata/properties" xmlns:ns3="f4dcd64b-812a-41aa-8ee8-975f5f1304d4" xmlns:ns4="89b8ce3a-d08e-4d47-80a1-0f4aa5750715" targetNamespace="http://schemas.microsoft.com/office/2006/metadata/properties" ma:root="true" ma:fieldsID="61aa1e0afff0de155aefcdc7779598f9" ns3:_="" ns4:_="">
    <xsd:import namespace="f4dcd64b-812a-41aa-8ee8-975f5f1304d4"/>
    <xsd:import namespace="89b8ce3a-d08e-4d47-80a1-0f4aa575071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dcd64b-812a-41aa-8ee8-975f5f1304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b8ce3a-d08e-4d47-80a1-0f4aa5750715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4dcd64b-812a-41aa-8ee8-975f5f1304d4" xsi:nil="true"/>
  </documentManagement>
</p:properties>
</file>

<file path=customXml/itemProps1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E95308F-399B-4375-B675-C03ED4BD6D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4dcd64b-812a-41aa-8ee8-975f5f1304d4"/>
    <ds:schemaRef ds:uri="89b8ce3a-d08e-4d47-80a1-0f4aa575071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F65614A-92F9-4391-AC3D-F3F5B0704F99}">
  <ds:schemaRefs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http://schemas.microsoft.com/office/infopath/2007/PartnerControls"/>
    <ds:schemaRef ds:uri="http://purl.org/dc/dcmitype/"/>
    <ds:schemaRef ds:uri="89b8ce3a-d08e-4d47-80a1-0f4aa5750715"/>
    <ds:schemaRef ds:uri="http://schemas.openxmlformats.org/package/2006/metadata/core-properties"/>
    <ds:schemaRef ds:uri="f4dcd64b-812a-41aa-8ee8-975f5f1304d4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47855545-00bb-4800-a65f-e79104ec0fc4}" enabled="0" method="" siteId="{47855545-00bb-4800-a65f-e79104ec0fc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Colorful abstract pitch deck</Template>
  <TotalTime>144</TotalTime>
  <Words>389</Words>
  <Application>Microsoft Office PowerPoint</Application>
  <PresentationFormat>Widescreen</PresentationFormat>
  <Paragraphs>97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Avenir Next LT Pro</vt:lpstr>
      <vt:lpstr>Calibri</vt:lpstr>
      <vt:lpstr>Courier New</vt:lpstr>
      <vt:lpstr>Custom</vt:lpstr>
      <vt:lpstr>Virtual Stock Trader</vt:lpstr>
      <vt:lpstr>Our Agenda</vt:lpstr>
      <vt:lpstr>The Elevator Pitch</vt:lpstr>
      <vt:lpstr>Product Box</vt:lpstr>
      <vt:lpstr>The Not List​</vt:lpstr>
      <vt:lpstr>Our Project Community</vt:lpstr>
      <vt:lpstr>Technical Solution</vt:lpstr>
      <vt:lpstr>What Keeps us up at night?</vt:lpstr>
      <vt:lpstr>The A Team</vt:lpstr>
      <vt:lpstr>How Big is this thing?​</vt:lpstr>
      <vt:lpstr>First Release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TITI SAKA - STUDENT</dc:creator>
  <cp:lastModifiedBy>TITI SAKA - STUDENT</cp:lastModifiedBy>
  <cp:revision>1</cp:revision>
  <dcterms:created xsi:type="dcterms:W3CDTF">2026-02-25T14:48:22Z</dcterms:created>
  <dcterms:modified xsi:type="dcterms:W3CDTF">2026-02-26T11:02:51Z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0x0101006EDC40BDC3F73142A5A8F1C0828A12A8</vt:lpwstr>
  </property>
</Properties>
</file>