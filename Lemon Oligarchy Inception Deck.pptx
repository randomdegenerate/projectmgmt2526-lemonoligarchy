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</p:sldIdLst>
  <p:sldSz cx="9144000" cy="6858000" type="screen4x3"/>
  <p:notesSz cx="6858000" cy="9144000"/>
  <p:defaultTextStyle>
    <a:lvl1pPr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1pPr>
    <a:lvl2pPr indent="3429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2pPr>
    <a:lvl3pPr indent="6858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3pPr>
    <a:lvl4pPr indent="10287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4pPr>
    <a:lvl5pPr indent="13716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5pPr>
    <a:lvl6pPr indent="17145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6pPr>
    <a:lvl7pPr indent="20574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7pPr>
    <a:lvl8pPr indent="24003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8pPr>
    <a:lvl9pPr indent="2743200">
      <a:buClr>
        <a:srgbClr val="000000"/>
      </a:buClr>
      <a:defRPr>
        <a:uFill>
          <a:solidFill/>
        </a:uFill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FF218-CD18-4627-B9A8-381ACAFB767C}" v="1918" dt="2026-02-23T23:03:58.086"/>
    <p1510:client id="{D7F8F842-3368-FC0D-CDE3-385A7D35C638}" v="1338" dt="2026-02-23T22:41:58.949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1EAF4"/>
          </a:solidFill>
        </a:fill>
      </a:tcStyle>
    </a:wholeTbl>
    <a:band2H>
      <a:tcTxStyle/>
      <a:tcStyle>
        <a:tcBdr/>
        <a:fill>
          <a:solidFill>
            <a:srgbClr val="F1F5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6095C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6095C9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6095C9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GORMLEY - STUDENT" userId="S::g00431064@atu.ie::7e346012-8452-46dd-b6b7-37fa0e5620a6" providerId="AD" clId="Web-{D7F8F842-3368-FC0D-CDE3-385A7D35C638}"/>
    <pc:docChg chg="modSld">
      <pc:chgData name="MATTHEW GORMLEY - STUDENT" userId="S::g00431064@atu.ie::7e346012-8452-46dd-b6b7-37fa0e5620a6" providerId="AD" clId="Web-{D7F8F842-3368-FC0D-CDE3-385A7D35C638}" dt="2026-02-23T22:41:58.183" v="1217" actId="20577"/>
      <pc:docMkLst>
        <pc:docMk/>
      </pc:docMkLst>
      <pc:sldChg chg="delSp modSp">
        <pc:chgData name="MATTHEW GORMLEY - STUDENT" userId="S::g00431064@atu.ie::7e346012-8452-46dd-b6b7-37fa0e5620a6" providerId="AD" clId="Web-{D7F8F842-3368-FC0D-CDE3-385A7D35C638}" dt="2026-02-23T21:43:27.005" v="692" actId="1076"/>
        <pc:sldMkLst>
          <pc:docMk/>
          <pc:sldMk cId="0" sldId="256"/>
        </pc:sldMkLst>
        <pc:spChg chg="mod">
          <ac:chgData name="MATTHEW GORMLEY - STUDENT" userId="S::g00431064@atu.ie::7e346012-8452-46dd-b6b7-37fa0e5620a6" providerId="AD" clId="Web-{D7F8F842-3368-FC0D-CDE3-385A7D35C638}" dt="2026-02-23T21:43:27.005" v="692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1:43:01.332" v="691" actId="20577"/>
          <ac:spMkLst>
            <pc:docMk/>
            <pc:sldMk cId="0" sldId="256"/>
            <ac:spMk id="21" creationId="{00000000-0000-0000-0000-000000000000}"/>
          </ac:spMkLst>
        </pc:spChg>
        <pc:picChg chg="del">
          <ac:chgData name="MATTHEW GORMLEY - STUDENT" userId="S::g00431064@atu.ie::7e346012-8452-46dd-b6b7-37fa0e5620a6" providerId="AD" clId="Web-{D7F8F842-3368-FC0D-CDE3-385A7D35C638}" dt="2026-02-23T21:42:36.299" v="689"/>
          <ac:picMkLst>
            <pc:docMk/>
            <pc:sldMk cId="0" sldId="256"/>
            <ac:picMk id="18" creationId="{00000000-0000-0000-0000-000000000000}"/>
          </ac:picMkLst>
        </pc:picChg>
        <pc:picChg chg="del">
          <ac:chgData name="MATTHEW GORMLEY - STUDENT" userId="S::g00431064@atu.ie::7e346012-8452-46dd-b6b7-37fa0e5620a6" providerId="AD" clId="Web-{D7F8F842-3368-FC0D-CDE3-385A7D35C638}" dt="2026-02-23T21:42:31.987" v="688"/>
          <ac:picMkLst>
            <pc:docMk/>
            <pc:sldMk cId="0" sldId="256"/>
            <ac:picMk id="19" creationId="{00000000-0000-0000-0000-000000000000}"/>
          </ac:picMkLst>
        </pc:picChg>
      </pc:sldChg>
      <pc:sldChg chg="addSp delSp modSp mod setBg">
        <pc:chgData name="MATTHEW GORMLEY - STUDENT" userId="S::g00431064@atu.ie::7e346012-8452-46dd-b6b7-37fa0e5620a6" providerId="AD" clId="Web-{D7F8F842-3368-FC0D-CDE3-385A7D35C638}" dt="2026-02-23T22:24:24.190" v="934" actId="1076"/>
        <pc:sldMkLst>
          <pc:docMk/>
          <pc:sldMk cId="0" sldId="258"/>
        </pc:sldMkLst>
        <pc:spChg chg="add mod">
          <ac:chgData name="MATTHEW GORMLEY - STUDENT" userId="S::g00431064@atu.ie::7e346012-8452-46dd-b6b7-37fa0e5620a6" providerId="AD" clId="Web-{D7F8F842-3368-FC0D-CDE3-385A7D35C638}" dt="2026-02-23T22:23:55.237" v="926" actId="1076"/>
          <ac:spMkLst>
            <pc:docMk/>
            <pc:sldMk cId="0" sldId="258"/>
            <ac:spMk id="3" creationId="{84359FA2-CE87-0EE9-CF63-7BA7F97D4BBC}"/>
          </ac:spMkLst>
        </pc:spChg>
        <pc:spChg chg="add mod">
          <ac:chgData name="MATTHEW GORMLEY - STUDENT" userId="S::g00431064@atu.ie::7e346012-8452-46dd-b6b7-37fa0e5620a6" providerId="AD" clId="Web-{D7F8F842-3368-FC0D-CDE3-385A7D35C638}" dt="2026-02-23T22:24:10.018" v="932" actId="20577"/>
          <ac:spMkLst>
            <pc:docMk/>
            <pc:sldMk cId="0" sldId="258"/>
            <ac:spMk id="4" creationId="{170E94EA-9F43-36B5-81D3-903F595FCA5C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16:09.157" v="839" actId="20577"/>
          <ac:spMkLst>
            <pc:docMk/>
            <pc:sldMk cId="0" sldId="258"/>
            <ac:spMk id="31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23:53.549" v="925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21:13.842" v="882" actId="1076"/>
          <ac:spMkLst>
            <pc:docMk/>
            <pc:sldMk cId="0" sldId="258"/>
            <ac:spMk id="33" creationId="{00000000-0000-0000-0000-000000000000}"/>
          </ac:spMkLst>
        </pc:spChg>
        <pc:picChg chg="add mod ord">
          <ac:chgData name="MATTHEW GORMLEY - STUDENT" userId="S::g00431064@atu.ie::7e346012-8452-46dd-b6b7-37fa0e5620a6" providerId="AD" clId="Web-{D7F8F842-3368-FC0D-CDE3-385A7D35C638}" dt="2026-02-23T22:24:24.190" v="934" actId="1076"/>
          <ac:picMkLst>
            <pc:docMk/>
            <pc:sldMk cId="0" sldId="258"/>
            <ac:picMk id="2" creationId="{7BA2E518-BAD3-8EB3-7A4E-BD9DEED6C190}"/>
          </ac:picMkLst>
        </pc:picChg>
        <pc:picChg chg="add del mod">
          <ac:chgData name="MATTHEW GORMLEY - STUDENT" userId="S::g00431064@atu.ie::7e346012-8452-46dd-b6b7-37fa0e5620a6" providerId="AD" clId="Web-{D7F8F842-3368-FC0D-CDE3-385A7D35C638}" dt="2026-02-23T22:18:00.757" v="863"/>
          <ac:picMkLst>
            <pc:docMk/>
            <pc:sldMk cId="0" sldId="258"/>
            <ac:picMk id="5" creationId="{3EA611C6-A90B-CAD9-B778-0C1CE8F34456}"/>
          </ac:picMkLst>
        </pc:picChg>
        <pc:picChg chg="add del mod">
          <ac:chgData name="MATTHEW GORMLEY - STUDENT" userId="S::g00431064@atu.ie::7e346012-8452-46dd-b6b7-37fa0e5620a6" providerId="AD" clId="Web-{D7F8F842-3368-FC0D-CDE3-385A7D35C638}" dt="2026-02-23T22:19:21.823" v="865"/>
          <ac:picMkLst>
            <pc:docMk/>
            <pc:sldMk cId="0" sldId="258"/>
            <ac:picMk id="6" creationId="{B1496028-4467-1A3D-C515-0DE79526BEF1}"/>
          </ac:picMkLst>
        </pc:picChg>
        <pc:picChg chg="add mod ord modCrop">
          <ac:chgData name="MATTHEW GORMLEY - STUDENT" userId="S::g00431064@atu.ie::7e346012-8452-46dd-b6b7-37fa0e5620a6" providerId="AD" clId="Web-{D7F8F842-3368-FC0D-CDE3-385A7D35C638}" dt="2026-02-23T22:21:21.030" v="883" actId="1076"/>
          <ac:picMkLst>
            <pc:docMk/>
            <pc:sldMk cId="0" sldId="258"/>
            <ac:picMk id="7" creationId="{472C0183-5F25-939A-D370-CD3B863A3C64}"/>
          </ac:picMkLst>
        </pc:picChg>
        <pc:picChg chg="del">
          <ac:chgData name="MATTHEW GORMLEY - STUDENT" userId="S::g00431064@atu.ie::7e346012-8452-46dd-b6b7-37fa0e5620a6" providerId="AD" clId="Web-{D7F8F842-3368-FC0D-CDE3-385A7D35C638}" dt="2026-02-23T21:46:54.654" v="693"/>
          <ac:picMkLst>
            <pc:docMk/>
            <pc:sldMk cId="0" sldId="258"/>
            <ac:picMk id="30" creationId="{00000000-0000-0000-0000-000000000000}"/>
          </ac:picMkLst>
        </pc:picChg>
        <pc:picChg chg="del mod modCrop">
          <ac:chgData name="MATTHEW GORMLEY - STUDENT" userId="S::g00431064@atu.ie::7e346012-8452-46dd-b6b7-37fa0e5620a6" providerId="AD" clId="Web-{D7F8F842-3368-FC0D-CDE3-385A7D35C638}" dt="2026-02-23T19:31:00.571" v="56"/>
          <ac:picMkLst>
            <pc:docMk/>
            <pc:sldMk cId="0" sldId="258"/>
            <ac:picMk id="34" creationId="{00000000-0000-0000-0000-000000000000}"/>
          </ac:picMkLst>
        </pc:picChg>
      </pc:sldChg>
      <pc:sldChg chg="delSp modSp">
        <pc:chgData name="MATTHEW GORMLEY - STUDENT" userId="S::g00431064@atu.ie::7e346012-8452-46dd-b6b7-37fa0e5620a6" providerId="AD" clId="Web-{D7F8F842-3368-FC0D-CDE3-385A7D35C638}" dt="2026-02-23T22:36:33.722" v="1068" actId="20577"/>
        <pc:sldMkLst>
          <pc:docMk/>
          <pc:sldMk cId="0" sldId="259"/>
        </pc:sldMkLst>
        <pc:spChg chg="mod">
          <ac:chgData name="MATTHEW GORMLEY - STUDENT" userId="S::g00431064@atu.ie::7e346012-8452-46dd-b6b7-37fa0e5620a6" providerId="AD" clId="Web-{D7F8F842-3368-FC0D-CDE3-385A7D35C638}" dt="2026-02-23T22:36:33.722" v="1068" actId="2057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31:56.645" v="1036" actId="20577"/>
          <ac:spMkLst>
            <pc:docMk/>
            <pc:sldMk cId="0" sldId="259"/>
            <ac:spMk id="40" creationId="{00000000-0000-0000-0000-000000000000}"/>
          </ac:spMkLst>
        </pc:spChg>
        <pc:picChg chg="del">
          <ac:chgData name="MATTHEW GORMLEY - STUDENT" userId="S::g00431064@atu.ie::7e346012-8452-46dd-b6b7-37fa0e5620a6" providerId="AD" clId="Web-{D7F8F842-3368-FC0D-CDE3-385A7D35C638}" dt="2026-02-23T21:42:17.173" v="687"/>
          <ac:picMkLst>
            <pc:docMk/>
            <pc:sldMk cId="0" sldId="259"/>
            <ac:picMk id="38" creationId="{00000000-0000-0000-0000-000000000000}"/>
          </ac:picMkLst>
        </pc:picChg>
      </pc:sldChg>
      <pc:sldChg chg="addSp delSp modSp">
        <pc:chgData name="MATTHEW GORMLEY - STUDENT" userId="S::g00431064@atu.ie::7e346012-8452-46dd-b6b7-37fa0e5620a6" providerId="AD" clId="Web-{D7F8F842-3368-FC0D-CDE3-385A7D35C638}" dt="2026-02-23T22:41:58.183" v="1217" actId="20577"/>
        <pc:sldMkLst>
          <pc:docMk/>
          <pc:sldMk cId="0" sldId="260"/>
        </pc:sldMkLst>
        <pc:spChg chg="mod">
          <ac:chgData name="MATTHEW GORMLEY - STUDENT" userId="S::g00431064@atu.ie::7e346012-8452-46dd-b6b7-37fa0e5620a6" providerId="AD" clId="Web-{D7F8F842-3368-FC0D-CDE3-385A7D35C638}" dt="2026-02-23T22:03:50.068" v="712" actId="1076"/>
          <ac:spMkLst>
            <pc:docMk/>
            <pc:sldMk cId="0" sldId="260"/>
            <ac:spMk id="43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36:24.893" v="1067" actId="20577"/>
          <ac:spMkLst>
            <pc:docMk/>
            <pc:sldMk cId="0" sldId="260"/>
            <ac:spMk id="44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05:27.148" v="801" actId="1076"/>
          <ac:spMkLst>
            <pc:docMk/>
            <pc:sldMk cId="0" sldId="260"/>
            <ac:spMk id="45" creationId="{00000000-0000-0000-0000-000000000000}"/>
          </ac:spMkLst>
        </pc:spChg>
        <pc:spChg chg="del">
          <ac:chgData name="MATTHEW GORMLEY - STUDENT" userId="S::g00431064@atu.ie::7e346012-8452-46dd-b6b7-37fa0e5620a6" providerId="AD" clId="Web-{D7F8F842-3368-FC0D-CDE3-385A7D35C638}" dt="2026-02-23T22:02:38.815" v="698"/>
          <ac:spMkLst>
            <pc:docMk/>
            <pc:sldMk cId="0" sldId="260"/>
            <ac:spMk id="46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02:11.236" v="695" actId="20577"/>
          <ac:spMkLst>
            <pc:docMk/>
            <pc:sldMk cId="0" sldId="260"/>
            <ac:spMk id="47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39:58.978" v="1115" actId="20577"/>
          <ac:spMkLst>
            <pc:docMk/>
            <pc:sldMk cId="0" sldId="260"/>
            <ac:spMk id="48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41:58.183" v="1217" actId="20577"/>
          <ac:spMkLst>
            <pc:docMk/>
            <pc:sldMk cId="0" sldId="260"/>
            <ac:spMk id="49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41:15.307" v="1165" actId="1076"/>
          <ac:spMkLst>
            <pc:docMk/>
            <pc:sldMk cId="0" sldId="260"/>
            <ac:spMk id="50" creationId="{00000000-0000-0000-0000-000000000000}"/>
          </ac:spMkLst>
        </pc:spChg>
        <pc:spChg chg="mod">
          <ac:chgData name="MATTHEW GORMLEY - STUDENT" userId="S::g00431064@atu.ie::7e346012-8452-46dd-b6b7-37fa0e5620a6" providerId="AD" clId="Web-{D7F8F842-3368-FC0D-CDE3-385A7D35C638}" dt="2026-02-23T22:41:02.682" v="1161" actId="1076"/>
          <ac:spMkLst>
            <pc:docMk/>
            <pc:sldMk cId="0" sldId="260"/>
            <ac:spMk id="51" creationId="{00000000-0000-0000-0000-000000000000}"/>
          </ac:spMkLst>
        </pc:spChg>
        <pc:picChg chg="add mod">
          <ac:chgData name="MATTHEW GORMLEY - STUDENT" userId="S::g00431064@atu.ie::7e346012-8452-46dd-b6b7-37fa0e5620a6" providerId="AD" clId="Web-{D7F8F842-3368-FC0D-CDE3-385A7D35C638}" dt="2026-02-23T22:03:36.677" v="709" actId="1076"/>
          <ac:picMkLst>
            <pc:docMk/>
            <pc:sldMk cId="0" sldId="260"/>
            <ac:picMk id="2" creationId="{ED8F42DA-51DA-1AE1-A865-C010073E2F42}"/>
          </ac:picMkLst>
        </pc:picChg>
        <pc:picChg chg="add mod">
          <ac:chgData name="MATTHEW GORMLEY - STUDENT" userId="S::g00431064@atu.ie::7e346012-8452-46dd-b6b7-37fa0e5620a6" providerId="AD" clId="Web-{D7F8F842-3368-FC0D-CDE3-385A7D35C638}" dt="2026-02-23T22:38:54.335" v="1104" actId="1076"/>
          <ac:picMkLst>
            <pc:docMk/>
            <pc:sldMk cId="0" sldId="260"/>
            <ac:picMk id="3" creationId="{7B964031-F620-094E-0A05-961F745B01A3}"/>
          </ac:picMkLst>
        </pc:picChg>
        <pc:picChg chg="add mod">
          <ac:chgData name="MATTHEW GORMLEY - STUDENT" userId="S::g00431064@atu.ie::7e346012-8452-46dd-b6b7-37fa0e5620a6" providerId="AD" clId="Web-{D7F8F842-3368-FC0D-CDE3-385A7D35C638}" dt="2026-02-23T22:38:51.570" v="1103" actId="1076"/>
          <ac:picMkLst>
            <pc:docMk/>
            <pc:sldMk cId="0" sldId="260"/>
            <ac:picMk id="4" creationId="{24CD2993-FED6-A86E-2830-BE77236EE73B}"/>
          </ac:picMkLst>
        </pc:picChg>
        <pc:picChg chg="add mod">
          <ac:chgData name="MATTHEW GORMLEY - STUDENT" userId="S::g00431064@atu.ie::7e346012-8452-46dd-b6b7-37fa0e5620a6" providerId="AD" clId="Web-{D7F8F842-3368-FC0D-CDE3-385A7D35C638}" dt="2026-02-23T22:41:15.307" v="1164" actId="1076"/>
          <ac:picMkLst>
            <pc:docMk/>
            <pc:sldMk cId="0" sldId="260"/>
            <ac:picMk id="5" creationId="{0E9C2EB7-B9B2-4194-F02C-0043F32E7D6D}"/>
          </ac:picMkLst>
        </pc:picChg>
        <pc:picChg chg="add mod">
          <ac:chgData name="MATTHEW GORMLEY - STUDENT" userId="S::g00431064@atu.ie::7e346012-8452-46dd-b6b7-37fa0e5620a6" providerId="AD" clId="Web-{D7F8F842-3368-FC0D-CDE3-385A7D35C638}" dt="2026-02-23T22:39:25.149" v="1108" actId="1076"/>
          <ac:picMkLst>
            <pc:docMk/>
            <pc:sldMk cId="0" sldId="260"/>
            <ac:picMk id="6" creationId="{EA9BB4D3-1C2C-16E4-4193-8AF415561E2A}"/>
          </ac:picMkLst>
        </pc:picChg>
      </pc:sldChg>
    </pc:docChg>
  </pc:docChgLst>
  <pc:docChgLst>
    <pc:chgData name="TITI SAKA - STUDENT" userId="e3fddf15-5c1f-4582-a6b8-9f8e42fdf845" providerId="ADAL" clId="{D74A832E-580A-4B55-9F6D-CB5F3B2A2BF3}"/>
    <pc:docChg chg="undo custSel addSld delSld modSld sldOrd">
      <pc:chgData name="TITI SAKA - STUDENT" userId="e3fddf15-5c1f-4582-a6b8-9f8e42fdf845" providerId="ADAL" clId="{D74A832E-580A-4B55-9F6D-CB5F3B2A2BF3}" dt="2026-02-23T23:03:58.086" v="2809" actId="1076"/>
      <pc:docMkLst>
        <pc:docMk/>
      </pc:docMkLst>
      <pc:sldChg chg="modSp del mod">
        <pc:chgData name="TITI SAKA - STUDENT" userId="e3fddf15-5c1f-4582-a6b8-9f8e42fdf845" providerId="ADAL" clId="{D74A832E-580A-4B55-9F6D-CB5F3B2A2BF3}" dt="2026-02-23T22:20:11.756" v="2319" actId="47"/>
        <pc:sldMkLst>
          <pc:docMk/>
          <pc:sldMk cId="0" sldId="256"/>
        </pc:sldMkLst>
        <pc:spChg chg="mod">
          <ac:chgData name="TITI SAKA - STUDENT" userId="e3fddf15-5c1f-4582-a6b8-9f8e42fdf845" providerId="ADAL" clId="{D74A832E-580A-4B55-9F6D-CB5F3B2A2BF3}" dt="2026-02-22T12:46:25.387" v="628" actId="20577"/>
          <ac:spMkLst>
            <pc:docMk/>
            <pc:sldMk cId="0" sldId="256"/>
            <ac:spMk id="21" creationId="{00000000-0000-0000-0000-000000000000}"/>
          </ac:spMkLst>
        </pc:spChg>
      </pc:sldChg>
      <pc:sldChg chg="addSp delSp modSp del mod">
        <pc:chgData name="TITI SAKA - STUDENT" userId="e3fddf15-5c1f-4582-a6b8-9f8e42fdf845" providerId="ADAL" clId="{D74A832E-580A-4B55-9F6D-CB5F3B2A2BF3}" dt="2026-02-23T22:21:57.535" v="2346" actId="47"/>
        <pc:sldMkLst>
          <pc:docMk/>
          <pc:sldMk cId="0" sldId="257"/>
        </pc:sldMkLst>
        <pc:spChg chg="add mod">
          <ac:chgData name="TITI SAKA - STUDENT" userId="e3fddf15-5c1f-4582-a6b8-9f8e42fdf845" providerId="ADAL" clId="{D74A832E-580A-4B55-9F6D-CB5F3B2A2BF3}" dt="2026-02-23T22:21:54.519" v="2345" actId="21"/>
          <ac:spMkLst>
            <pc:docMk/>
            <pc:sldMk cId="0" sldId="257"/>
            <ac:spMk id="3" creationId="{385E53FE-0ED4-710E-AD68-89D570CDC714}"/>
          </ac:spMkLst>
        </pc:spChg>
        <pc:spChg chg="mod">
          <ac:chgData name="TITI SAKA - STUDENT" userId="e3fddf15-5c1f-4582-a6b8-9f8e42fdf845" providerId="ADAL" clId="{D74A832E-580A-4B55-9F6D-CB5F3B2A2BF3}" dt="2026-02-23T19:46:23.069" v="935" actId="20577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TITI SAKA - STUDENT" userId="e3fddf15-5c1f-4582-a6b8-9f8e42fdf845" providerId="ADAL" clId="{D74A832E-580A-4B55-9F6D-CB5F3B2A2BF3}" dt="2026-02-23T22:21:54.519" v="2345" actId="21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TITI SAKA - STUDENT" userId="e3fddf15-5c1f-4582-a6b8-9f8e42fdf845" providerId="ADAL" clId="{D74A832E-580A-4B55-9F6D-CB5F3B2A2BF3}" dt="2026-02-22T12:49:07.144" v="891" actId="20577"/>
        <pc:sldMkLst>
          <pc:docMk/>
          <pc:sldMk cId="0" sldId="258"/>
        </pc:sldMkLst>
        <pc:spChg chg="mod">
          <ac:chgData name="TITI SAKA - STUDENT" userId="e3fddf15-5c1f-4582-a6b8-9f8e42fdf845" providerId="ADAL" clId="{D74A832E-580A-4B55-9F6D-CB5F3B2A2BF3}" dt="2026-02-22T12:49:07.144" v="891" actId="20577"/>
          <ac:spMkLst>
            <pc:docMk/>
            <pc:sldMk cId="0" sldId="258"/>
            <ac:spMk id="32" creationId="{00000000-0000-0000-0000-000000000000}"/>
          </ac:spMkLst>
        </pc:spChg>
      </pc:sldChg>
      <pc:sldChg chg="modSp mod">
        <pc:chgData name="TITI SAKA - STUDENT" userId="e3fddf15-5c1f-4582-a6b8-9f8e42fdf845" providerId="ADAL" clId="{D74A832E-580A-4B55-9F6D-CB5F3B2A2BF3}" dt="2026-02-23T23:00:23.102" v="2624" actId="122"/>
        <pc:sldMkLst>
          <pc:docMk/>
          <pc:sldMk cId="0" sldId="261"/>
        </pc:sldMkLst>
        <pc:spChg chg="mod">
          <ac:chgData name="TITI SAKA - STUDENT" userId="e3fddf15-5c1f-4582-a6b8-9f8e42fdf845" providerId="ADAL" clId="{D74A832E-580A-4B55-9F6D-CB5F3B2A2BF3}" dt="2026-02-23T23:00:23.102" v="2624" actId="122"/>
          <ac:spMkLst>
            <pc:docMk/>
            <pc:sldMk cId="0" sldId="261"/>
            <ac:spMk id="58" creationId="{00000000-0000-0000-0000-000000000000}"/>
          </ac:spMkLst>
        </pc:spChg>
        <pc:graphicFrameChg chg="modGraphic">
          <ac:chgData name="TITI SAKA - STUDENT" userId="e3fddf15-5c1f-4582-a6b8-9f8e42fdf845" providerId="ADAL" clId="{D74A832E-580A-4B55-9F6D-CB5F3B2A2BF3}" dt="2026-02-23T20:06:15.721" v="1376" actId="20577"/>
          <ac:graphicFrameMkLst>
            <pc:docMk/>
            <pc:sldMk cId="0" sldId="261"/>
            <ac:graphicFrameMk id="59" creationId="{00000000-0000-0000-0000-000000000000}"/>
          </ac:graphicFrameMkLst>
        </pc:graphicFrameChg>
        <pc:graphicFrameChg chg="mod modGraphic">
          <ac:chgData name="TITI SAKA - STUDENT" userId="e3fddf15-5c1f-4582-a6b8-9f8e42fdf845" providerId="ADAL" clId="{D74A832E-580A-4B55-9F6D-CB5F3B2A2BF3}" dt="2026-02-23T20:07:50.990" v="1377" actId="14100"/>
          <ac:graphicFrameMkLst>
            <pc:docMk/>
            <pc:sldMk cId="0" sldId="261"/>
            <ac:graphicFrameMk id="60" creationId="{00000000-0000-0000-0000-000000000000}"/>
          </ac:graphicFrameMkLst>
        </pc:graphicFrameChg>
      </pc:sldChg>
      <pc:sldChg chg="addSp delSp modSp mod">
        <pc:chgData name="TITI SAKA - STUDENT" userId="e3fddf15-5c1f-4582-a6b8-9f8e42fdf845" providerId="ADAL" clId="{D74A832E-580A-4B55-9F6D-CB5F3B2A2BF3}" dt="2026-02-23T23:00:18.092" v="2623" actId="122"/>
        <pc:sldMkLst>
          <pc:docMk/>
          <pc:sldMk cId="0" sldId="262"/>
        </pc:sldMkLst>
        <pc:spChg chg="mod">
          <ac:chgData name="TITI SAKA - STUDENT" userId="e3fddf15-5c1f-4582-a6b8-9f8e42fdf845" providerId="ADAL" clId="{D74A832E-580A-4B55-9F6D-CB5F3B2A2BF3}" dt="2026-02-23T23:00:18.092" v="2623" actId="122"/>
          <ac:spMkLst>
            <pc:docMk/>
            <pc:sldMk cId="0" sldId="262"/>
            <ac:spMk id="65" creationId="{00000000-0000-0000-0000-000000000000}"/>
          </ac:spMkLst>
        </pc:spChg>
        <pc:spChg chg="del mod">
          <ac:chgData name="TITI SAKA - STUDENT" userId="e3fddf15-5c1f-4582-a6b8-9f8e42fdf845" providerId="ADAL" clId="{D74A832E-580A-4B55-9F6D-CB5F3B2A2BF3}" dt="2026-02-23T22:28:43.141" v="2374" actId="478"/>
          <ac:spMkLst>
            <pc:docMk/>
            <pc:sldMk cId="0" sldId="262"/>
            <ac:spMk id="66" creationId="{00000000-0000-0000-0000-000000000000}"/>
          </ac:spMkLst>
        </pc:spChg>
        <pc:spChg chg="del mod">
          <ac:chgData name="TITI SAKA - STUDENT" userId="e3fddf15-5c1f-4582-a6b8-9f8e42fdf845" providerId="ADAL" clId="{D74A832E-580A-4B55-9F6D-CB5F3B2A2BF3}" dt="2026-02-23T22:28:45.295" v="2375" actId="478"/>
          <ac:spMkLst>
            <pc:docMk/>
            <pc:sldMk cId="0" sldId="262"/>
            <ac:spMk id="67" creationId="{00000000-0000-0000-0000-000000000000}"/>
          </ac:spMkLst>
        </pc:spChg>
        <pc:spChg chg="add del mod">
          <ac:chgData name="TITI SAKA - STUDENT" userId="e3fddf15-5c1f-4582-a6b8-9f8e42fdf845" providerId="ADAL" clId="{D74A832E-580A-4B55-9F6D-CB5F3B2A2BF3}" dt="2026-02-23T22:31:04.336" v="2422" actId="255"/>
          <ac:spMkLst>
            <pc:docMk/>
            <pc:sldMk cId="0" sldId="262"/>
            <ac:spMk id="68" creationId="{00000000-0000-0000-0000-000000000000}"/>
          </ac:spMkLst>
        </pc:spChg>
        <pc:spChg chg="add del mod">
          <ac:chgData name="TITI SAKA - STUDENT" userId="e3fddf15-5c1f-4582-a6b8-9f8e42fdf845" providerId="ADAL" clId="{D74A832E-580A-4B55-9F6D-CB5F3B2A2BF3}" dt="2026-02-23T22:31:04.336" v="2422" actId="255"/>
          <ac:spMkLst>
            <pc:docMk/>
            <pc:sldMk cId="0" sldId="262"/>
            <ac:spMk id="69" creationId="{00000000-0000-0000-0000-000000000000}"/>
          </ac:spMkLst>
        </pc:spChg>
        <pc:spChg chg="add del mod">
          <ac:chgData name="TITI SAKA - STUDENT" userId="e3fddf15-5c1f-4582-a6b8-9f8e42fdf845" providerId="ADAL" clId="{D74A832E-580A-4B55-9F6D-CB5F3B2A2BF3}" dt="2026-02-23T22:31:04.336" v="2422" actId="255"/>
          <ac:spMkLst>
            <pc:docMk/>
            <pc:sldMk cId="0" sldId="262"/>
            <ac:spMk id="70" creationId="{00000000-0000-0000-0000-000000000000}"/>
          </ac:spMkLst>
        </pc:spChg>
        <pc:spChg chg="del mod">
          <ac:chgData name="TITI SAKA - STUDENT" userId="e3fddf15-5c1f-4582-a6b8-9f8e42fdf845" providerId="ADAL" clId="{D74A832E-580A-4B55-9F6D-CB5F3B2A2BF3}" dt="2026-02-23T22:28:39.114" v="2372" actId="478"/>
          <ac:spMkLst>
            <pc:docMk/>
            <pc:sldMk cId="0" sldId="262"/>
            <ac:spMk id="71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2:28:10.346" v="2369" actId="478"/>
          <ac:spMkLst>
            <pc:docMk/>
            <pc:sldMk cId="0" sldId="262"/>
            <ac:spMk id="72" creationId="{00000000-0000-0000-0000-000000000000}"/>
          </ac:spMkLst>
        </pc:spChg>
        <pc:picChg chg="del">
          <ac:chgData name="TITI SAKA - STUDENT" userId="e3fddf15-5c1f-4582-a6b8-9f8e42fdf845" providerId="ADAL" clId="{D74A832E-580A-4B55-9F6D-CB5F3B2A2BF3}" dt="2026-02-23T19:50:20.972" v="942" actId="478"/>
          <ac:picMkLst>
            <pc:docMk/>
            <pc:sldMk cId="0" sldId="262"/>
            <ac:picMk id="64" creationId="{00000000-0000-0000-0000-000000000000}"/>
          </ac:picMkLst>
        </pc:picChg>
        <pc:picChg chg="mod">
          <ac:chgData name="TITI SAKA - STUDENT" userId="e3fddf15-5c1f-4582-a6b8-9f8e42fdf845" providerId="ADAL" clId="{D74A832E-580A-4B55-9F6D-CB5F3B2A2BF3}" dt="2026-02-23T22:29:31.192" v="2399" actId="14100"/>
          <ac:picMkLst>
            <pc:docMk/>
            <pc:sldMk cId="0" sldId="262"/>
            <ac:picMk id="73" creationId="{00000000-0000-0000-0000-000000000000}"/>
          </ac:picMkLst>
        </pc:picChg>
        <pc:picChg chg="mod">
          <ac:chgData name="TITI SAKA - STUDENT" userId="e3fddf15-5c1f-4582-a6b8-9f8e42fdf845" providerId="ADAL" clId="{D74A832E-580A-4B55-9F6D-CB5F3B2A2BF3}" dt="2026-02-23T22:29:31.192" v="2399" actId="14100"/>
          <ac:picMkLst>
            <pc:docMk/>
            <pc:sldMk cId="0" sldId="262"/>
            <ac:picMk id="74" creationId="{00000000-0000-0000-0000-000000000000}"/>
          </ac:picMkLst>
        </pc:picChg>
        <pc:picChg chg="mod">
          <ac:chgData name="TITI SAKA - STUDENT" userId="e3fddf15-5c1f-4582-a6b8-9f8e42fdf845" providerId="ADAL" clId="{D74A832E-580A-4B55-9F6D-CB5F3B2A2BF3}" dt="2026-02-23T22:29:31.192" v="2399" actId="14100"/>
          <ac:picMkLst>
            <pc:docMk/>
            <pc:sldMk cId="0" sldId="262"/>
            <ac:picMk id="75" creationId="{00000000-0000-0000-0000-000000000000}"/>
          </ac:picMkLst>
        </pc:picChg>
      </pc:sldChg>
      <pc:sldChg chg="addSp delSp modSp mod">
        <pc:chgData name="TITI SAKA - STUDENT" userId="e3fddf15-5c1f-4582-a6b8-9f8e42fdf845" providerId="ADAL" clId="{D74A832E-580A-4B55-9F6D-CB5F3B2A2BF3}" dt="2026-02-23T23:00:15.311" v="2622" actId="122"/>
        <pc:sldMkLst>
          <pc:docMk/>
          <pc:sldMk cId="0" sldId="263"/>
        </pc:sldMkLst>
        <pc:spChg chg="add mod">
          <ac:chgData name="TITI SAKA - STUDENT" userId="e3fddf15-5c1f-4582-a6b8-9f8e42fdf845" providerId="ADAL" clId="{D74A832E-580A-4B55-9F6D-CB5F3B2A2BF3}" dt="2026-02-23T22:03:41.420" v="1985" actId="1076"/>
          <ac:spMkLst>
            <pc:docMk/>
            <pc:sldMk cId="0" sldId="263"/>
            <ac:spMk id="2" creationId="{607D629E-0EE9-F69C-F64E-D14596CE3691}"/>
          </ac:spMkLst>
        </pc:spChg>
        <pc:spChg chg="add mod">
          <ac:chgData name="TITI SAKA - STUDENT" userId="e3fddf15-5c1f-4582-a6b8-9f8e42fdf845" providerId="ADAL" clId="{D74A832E-580A-4B55-9F6D-CB5F3B2A2BF3}" dt="2026-02-23T22:03:30.305" v="1984" actId="20577"/>
          <ac:spMkLst>
            <pc:docMk/>
            <pc:sldMk cId="0" sldId="263"/>
            <ac:spMk id="3" creationId="{1EBF29EC-5C01-4503-5069-5BC6791CB677}"/>
          </ac:spMkLst>
        </pc:spChg>
        <pc:spChg chg="add mod">
          <ac:chgData name="TITI SAKA - STUDENT" userId="e3fddf15-5c1f-4582-a6b8-9f8e42fdf845" providerId="ADAL" clId="{D74A832E-580A-4B55-9F6D-CB5F3B2A2BF3}" dt="2026-02-23T21:57:34.877" v="1813" actId="403"/>
          <ac:spMkLst>
            <pc:docMk/>
            <pc:sldMk cId="0" sldId="263"/>
            <ac:spMk id="4" creationId="{15D755B6-DD26-5F55-FB1B-9BE216F74BE3}"/>
          </ac:spMkLst>
        </pc:spChg>
        <pc:spChg chg="add del mod">
          <ac:chgData name="TITI SAKA - STUDENT" userId="e3fddf15-5c1f-4582-a6b8-9f8e42fdf845" providerId="ADAL" clId="{D74A832E-580A-4B55-9F6D-CB5F3B2A2BF3}" dt="2026-02-23T21:57:34.877" v="1813" actId="403"/>
          <ac:spMkLst>
            <pc:docMk/>
            <pc:sldMk cId="0" sldId="263"/>
            <ac:spMk id="5" creationId="{1F85A4BE-BC49-7CFB-1EF1-B15FC01BB236}"/>
          </ac:spMkLst>
        </pc:spChg>
        <pc:spChg chg="add mod">
          <ac:chgData name="TITI SAKA - STUDENT" userId="e3fddf15-5c1f-4582-a6b8-9f8e42fdf845" providerId="ADAL" clId="{D74A832E-580A-4B55-9F6D-CB5F3B2A2BF3}" dt="2026-02-23T21:57:34.877" v="1813" actId="403"/>
          <ac:spMkLst>
            <pc:docMk/>
            <pc:sldMk cId="0" sldId="263"/>
            <ac:spMk id="8" creationId="{40CE5774-5B93-B437-0A10-C9296B5D8C10}"/>
          </ac:spMkLst>
        </pc:spChg>
        <pc:spChg chg="add mod">
          <ac:chgData name="TITI SAKA - STUDENT" userId="e3fddf15-5c1f-4582-a6b8-9f8e42fdf845" providerId="ADAL" clId="{D74A832E-580A-4B55-9F6D-CB5F3B2A2BF3}" dt="2026-02-23T22:00:45.013" v="1922" actId="1076"/>
          <ac:spMkLst>
            <pc:docMk/>
            <pc:sldMk cId="0" sldId="263"/>
            <ac:spMk id="18" creationId="{0B7850DE-AD30-B7B1-2AD8-1F54CC6A40CF}"/>
          </ac:spMkLst>
        </pc:spChg>
        <pc:spChg chg="add mod">
          <ac:chgData name="TITI SAKA - STUDENT" userId="e3fddf15-5c1f-4582-a6b8-9f8e42fdf845" providerId="ADAL" clId="{D74A832E-580A-4B55-9F6D-CB5F3B2A2BF3}" dt="2026-02-23T22:00:21.206" v="1916" actId="1076"/>
          <ac:spMkLst>
            <pc:docMk/>
            <pc:sldMk cId="0" sldId="263"/>
            <ac:spMk id="19" creationId="{8289DE00-57DE-F534-E965-D9DC010F2521}"/>
          </ac:spMkLst>
        </pc:spChg>
        <pc:spChg chg="mod">
          <ac:chgData name="TITI SAKA - STUDENT" userId="e3fddf15-5c1f-4582-a6b8-9f8e42fdf845" providerId="ADAL" clId="{D74A832E-580A-4B55-9F6D-CB5F3B2A2BF3}" dt="2026-02-23T23:00:15.311" v="2622" actId="122"/>
          <ac:spMkLst>
            <pc:docMk/>
            <pc:sldMk cId="0" sldId="263"/>
            <ac:spMk id="81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1:41:36.212" v="1630" actId="478"/>
          <ac:spMkLst>
            <pc:docMk/>
            <pc:sldMk cId="0" sldId="263"/>
            <ac:spMk id="85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1:41:37.921" v="1632" actId="478"/>
          <ac:spMkLst>
            <pc:docMk/>
            <pc:sldMk cId="0" sldId="263"/>
            <ac:spMk id="86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1:41:44.136" v="1635" actId="478"/>
          <ac:spMkLst>
            <pc:docMk/>
            <pc:sldMk cId="0" sldId="263"/>
            <ac:spMk id="98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1:41:46.335" v="1636" actId="478"/>
          <ac:spMkLst>
            <pc:docMk/>
            <pc:sldMk cId="0" sldId="263"/>
            <ac:spMk id="99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1:42:15.644" v="1641" actId="404"/>
          <ac:spMkLst>
            <pc:docMk/>
            <pc:sldMk cId="0" sldId="263"/>
            <ac:spMk id="100" creationId="{00000000-0000-0000-0000-000000000000}"/>
          </ac:spMkLst>
        </pc:spChg>
        <pc:grpChg chg="del">
          <ac:chgData name="TITI SAKA - STUDENT" userId="e3fddf15-5c1f-4582-a6b8-9f8e42fdf845" providerId="ADAL" clId="{D74A832E-580A-4B55-9F6D-CB5F3B2A2BF3}" dt="2026-02-23T21:41:35.331" v="1629" actId="478"/>
          <ac:grpSpMkLst>
            <pc:docMk/>
            <pc:sldMk cId="0" sldId="263"/>
            <ac:grpSpMk id="84" creationId="{00000000-0000-0000-0000-000000000000}"/>
          </ac:grpSpMkLst>
        </pc:grpChg>
        <pc:grpChg chg="del">
          <ac:chgData name="TITI SAKA - STUDENT" userId="e3fddf15-5c1f-4582-a6b8-9f8e42fdf845" providerId="ADAL" clId="{D74A832E-580A-4B55-9F6D-CB5F3B2A2BF3}" dt="2026-02-23T21:41:37.150" v="1631" actId="478"/>
          <ac:grpSpMkLst>
            <pc:docMk/>
            <pc:sldMk cId="0" sldId="263"/>
            <ac:grpSpMk id="90" creationId="{00000000-0000-0000-0000-000000000000}"/>
          </ac:grpSpMkLst>
        </pc:grpChg>
        <pc:grpChg chg="del">
          <ac:chgData name="TITI SAKA - STUDENT" userId="e3fddf15-5c1f-4582-a6b8-9f8e42fdf845" providerId="ADAL" clId="{D74A832E-580A-4B55-9F6D-CB5F3B2A2BF3}" dt="2026-02-23T21:41:38.855" v="1633" actId="478"/>
          <ac:grpSpMkLst>
            <pc:docMk/>
            <pc:sldMk cId="0" sldId="263"/>
            <ac:grpSpMk id="94" creationId="{00000000-0000-0000-0000-000000000000}"/>
          </ac:grpSpMkLst>
        </pc:grpChg>
        <pc:picChg chg="add mod">
          <ac:chgData name="TITI SAKA - STUDENT" userId="e3fddf15-5c1f-4582-a6b8-9f8e42fdf845" providerId="ADAL" clId="{D74A832E-580A-4B55-9F6D-CB5F3B2A2BF3}" dt="2026-02-23T21:51:47.261" v="1704" actId="1076"/>
          <ac:picMkLst>
            <pc:docMk/>
            <pc:sldMk cId="0" sldId="263"/>
            <ac:picMk id="6" creationId="{7A2B9DF6-1504-1188-3CBA-171A4514F930}"/>
          </ac:picMkLst>
        </pc:picChg>
        <pc:picChg chg="add mod">
          <ac:chgData name="TITI SAKA - STUDENT" userId="e3fddf15-5c1f-4582-a6b8-9f8e42fdf845" providerId="ADAL" clId="{D74A832E-580A-4B55-9F6D-CB5F3B2A2BF3}" dt="2026-02-23T21:57:33.464" v="1811" actId="14100"/>
          <ac:picMkLst>
            <pc:docMk/>
            <pc:sldMk cId="0" sldId="263"/>
            <ac:picMk id="7" creationId="{35F2A9BC-D7CB-3E6B-72E0-5C34A3059078}"/>
          </ac:picMkLst>
        </pc:picChg>
        <pc:picChg chg="del">
          <ac:chgData name="TITI SAKA - STUDENT" userId="e3fddf15-5c1f-4582-a6b8-9f8e42fdf845" providerId="ADAL" clId="{D74A832E-580A-4B55-9F6D-CB5F3B2A2BF3}" dt="2026-02-23T21:41:41.330" v="1634" actId="478"/>
          <ac:picMkLst>
            <pc:docMk/>
            <pc:sldMk cId="0" sldId="263"/>
            <ac:picMk id="95" creationId="{00000000-0000-0000-0000-000000000000}"/>
          </ac:picMkLst>
        </pc:picChg>
        <pc:picChg chg="del">
          <ac:chgData name="TITI SAKA - STUDENT" userId="e3fddf15-5c1f-4582-a6b8-9f8e42fdf845" providerId="ADAL" clId="{D74A832E-580A-4B55-9F6D-CB5F3B2A2BF3}" dt="2026-02-23T21:41:48.066" v="1637" actId="478"/>
          <ac:picMkLst>
            <pc:docMk/>
            <pc:sldMk cId="0" sldId="263"/>
            <ac:picMk id="96" creationId="{00000000-0000-0000-0000-000000000000}"/>
          </ac:picMkLst>
        </pc:picChg>
        <pc:picChg chg="del">
          <ac:chgData name="TITI SAKA - STUDENT" userId="e3fddf15-5c1f-4582-a6b8-9f8e42fdf845" providerId="ADAL" clId="{D74A832E-580A-4B55-9F6D-CB5F3B2A2BF3}" dt="2026-02-23T21:41:31.471" v="1628" actId="478"/>
          <ac:picMkLst>
            <pc:docMk/>
            <pc:sldMk cId="0" sldId="263"/>
            <ac:picMk id="97" creationId="{00000000-0000-0000-0000-000000000000}"/>
          </ac:picMkLst>
        </pc:picChg>
        <pc:cxnChg chg="add del mod">
          <ac:chgData name="TITI SAKA - STUDENT" userId="e3fddf15-5c1f-4582-a6b8-9f8e42fdf845" providerId="ADAL" clId="{D74A832E-580A-4B55-9F6D-CB5F3B2A2BF3}" dt="2026-02-23T21:54:58.109" v="1735" actId="478"/>
          <ac:cxnSpMkLst>
            <pc:docMk/>
            <pc:sldMk cId="0" sldId="263"/>
            <ac:cxnSpMk id="10" creationId="{8BC1C929-7574-16AB-38AB-F0701607198E}"/>
          </ac:cxnSpMkLst>
        </pc:cxnChg>
        <pc:cxnChg chg="add mod">
          <ac:chgData name="TITI SAKA - STUDENT" userId="e3fddf15-5c1f-4582-a6b8-9f8e42fdf845" providerId="ADAL" clId="{D74A832E-580A-4B55-9F6D-CB5F3B2A2BF3}" dt="2026-02-23T21:57:34.877" v="1813" actId="403"/>
          <ac:cxnSpMkLst>
            <pc:docMk/>
            <pc:sldMk cId="0" sldId="263"/>
            <ac:cxnSpMk id="13" creationId="{272F6E78-2E5E-7B53-70D1-86F625187A24}"/>
          </ac:cxnSpMkLst>
        </pc:cxnChg>
        <pc:cxnChg chg="add del mod">
          <ac:chgData name="TITI SAKA - STUDENT" userId="e3fddf15-5c1f-4582-a6b8-9f8e42fdf845" providerId="ADAL" clId="{D74A832E-580A-4B55-9F6D-CB5F3B2A2BF3}" dt="2026-02-23T22:03:26.815" v="1976" actId="20577"/>
          <ac:cxnSpMkLst>
            <pc:docMk/>
            <pc:sldMk cId="0" sldId="263"/>
            <ac:cxnSpMk id="16" creationId="{19EA3C2D-45C5-67AB-B48B-5945D2F4F810}"/>
          </ac:cxnSpMkLst>
        </pc:cxnChg>
      </pc:sldChg>
      <pc:sldChg chg="delSp modSp mod">
        <pc:chgData name="TITI SAKA - STUDENT" userId="e3fddf15-5c1f-4582-a6b8-9f8e42fdf845" providerId="ADAL" clId="{D74A832E-580A-4B55-9F6D-CB5F3B2A2BF3}" dt="2026-02-23T23:00:10.889" v="2621" actId="122"/>
        <pc:sldMkLst>
          <pc:docMk/>
          <pc:sldMk cId="0" sldId="264"/>
        </pc:sldMkLst>
        <pc:spChg chg="mod">
          <ac:chgData name="TITI SAKA - STUDENT" userId="e3fddf15-5c1f-4582-a6b8-9f8e42fdf845" providerId="ADAL" clId="{D74A832E-580A-4B55-9F6D-CB5F3B2A2BF3}" dt="2026-02-23T23:00:10.889" v="2621" actId="122"/>
          <ac:spMkLst>
            <pc:docMk/>
            <pc:sldMk cId="0" sldId="264"/>
            <ac:spMk id="105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2:12:37.938" v="2256" actId="20577"/>
          <ac:spMkLst>
            <pc:docMk/>
            <pc:sldMk cId="0" sldId="264"/>
            <ac:spMk id="106" creationId="{00000000-0000-0000-0000-000000000000}"/>
          </ac:spMkLst>
        </pc:spChg>
        <pc:picChg chg="del">
          <ac:chgData name="TITI SAKA - STUDENT" userId="e3fddf15-5c1f-4582-a6b8-9f8e42fdf845" providerId="ADAL" clId="{D74A832E-580A-4B55-9F6D-CB5F3B2A2BF3}" dt="2026-02-23T22:02:41.826" v="1923" actId="478"/>
          <ac:picMkLst>
            <pc:docMk/>
            <pc:sldMk cId="0" sldId="264"/>
            <ac:picMk id="108" creationId="{00000000-0000-0000-0000-000000000000}"/>
          </ac:picMkLst>
        </pc:picChg>
      </pc:sldChg>
      <pc:sldChg chg="modSp mod">
        <pc:chgData name="TITI SAKA - STUDENT" userId="e3fddf15-5c1f-4582-a6b8-9f8e42fdf845" providerId="ADAL" clId="{D74A832E-580A-4B55-9F6D-CB5F3B2A2BF3}" dt="2026-02-23T23:00:04.306" v="2620" actId="122"/>
        <pc:sldMkLst>
          <pc:docMk/>
          <pc:sldMk cId="0" sldId="265"/>
        </pc:sldMkLst>
        <pc:spChg chg="mod">
          <ac:chgData name="TITI SAKA - STUDENT" userId="e3fddf15-5c1f-4582-a6b8-9f8e42fdf845" providerId="ADAL" clId="{D74A832E-580A-4B55-9F6D-CB5F3B2A2BF3}" dt="2026-02-23T23:00:04.306" v="2620" actId="122"/>
          <ac:spMkLst>
            <pc:docMk/>
            <pc:sldMk cId="0" sldId="265"/>
            <ac:spMk id="113" creationId="{00000000-0000-0000-0000-000000000000}"/>
          </ac:spMkLst>
        </pc:spChg>
        <pc:graphicFrameChg chg="modGraphic">
          <ac:chgData name="TITI SAKA - STUDENT" userId="e3fddf15-5c1f-4582-a6b8-9f8e42fdf845" providerId="ADAL" clId="{D74A832E-580A-4B55-9F6D-CB5F3B2A2BF3}" dt="2026-02-23T22:18:06.687" v="2290" actId="20577"/>
          <ac:graphicFrameMkLst>
            <pc:docMk/>
            <pc:sldMk cId="0" sldId="265"/>
            <ac:graphicFrameMk id="114" creationId="{00000000-0000-0000-0000-000000000000}"/>
          </ac:graphicFrameMkLst>
        </pc:graphicFrameChg>
      </pc:sldChg>
      <pc:sldChg chg="delSp modSp mod">
        <pc:chgData name="TITI SAKA - STUDENT" userId="e3fddf15-5c1f-4582-a6b8-9f8e42fdf845" providerId="ADAL" clId="{D74A832E-580A-4B55-9F6D-CB5F3B2A2BF3}" dt="2026-02-23T23:01:04.053" v="2628" actId="1076"/>
        <pc:sldMkLst>
          <pc:docMk/>
          <pc:sldMk cId="0" sldId="266"/>
        </pc:sldMkLst>
        <pc:spChg chg="mod">
          <ac:chgData name="TITI SAKA - STUDENT" userId="e3fddf15-5c1f-4582-a6b8-9f8e42fdf845" providerId="ADAL" clId="{D74A832E-580A-4B55-9F6D-CB5F3B2A2BF3}" dt="2026-02-23T23:00:00.018" v="2619" actId="122"/>
          <ac:spMkLst>
            <pc:docMk/>
            <pc:sldMk cId="0" sldId="266"/>
            <ac:spMk id="120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2:48:28.187" v="2467" actId="1076"/>
          <ac:spMkLst>
            <pc:docMk/>
            <pc:sldMk cId="0" sldId="266"/>
            <ac:spMk id="121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2:56:36.920" v="2565" actId="1076"/>
          <ac:spMkLst>
            <pc:docMk/>
            <pc:sldMk cId="0" sldId="266"/>
            <ac:spMk id="122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2:57:44.769" v="2602" actId="1076"/>
          <ac:spMkLst>
            <pc:docMk/>
            <pc:sldMk cId="0" sldId="266"/>
            <ac:spMk id="123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2:57:37.787" v="2601" actId="1076"/>
          <ac:spMkLst>
            <pc:docMk/>
            <pc:sldMk cId="0" sldId="266"/>
            <ac:spMk id="124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2:46:48.707" v="2423" actId="478"/>
          <ac:spMkLst>
            <pc:docMk/>
            <pc:sldMk cId="0" sldId="266"/>
            <ac:spMk id="125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3:01:04.053" v="2628" actId="1076"/>
          <ac:spMkLst>
            <pc:docMk/>
            <pc:sldMk cId="0" sldId="266"/>
            <ac:spMk id="126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2:56:41.827" v="2566" actId="1076"/>
          <ac:spMkLst>
            <pc:docMk/>
            <pc:sldMk cId="0" sldId="266"/>
            <ac:spMk id="127" creationId="{00000000-0000-0000-0000-000000000000}"/>
          </ac:spMkLst>
        </pc:spChg>
        <pc:spChg chg="mod">
          <ac:chgData name="TITI SAKA - STUDENT" userId="e3fddf15-5c1f-4582-a6b8-9f8e42fdf845" providerId="ADAL" clId="{D74A832E-580A-4B55-9F6D-CB5F3B2A2BF3}" dt="2026-02-23T23:00:50.535" v="2626" actId="1076"/>
          <ac:spMkLst>
            <pc:docMk/>
            <pc:sldMk cId="0" sldId="266"/>
            <ac:spMk id="128" creationId="{00000000-0000-0000-0000-000000000000}"/>
          </ac:spMkLst>
        </pc:spChg>
        <pc:spChg chg="del mod">
          <ac:chgData name="TITI SAKA - STUDENT" userId="e3fddf15-5c1f-4582-a6b8-9f8e42fdf845" providerId="ADAL" clId="{D74A832E-580A-4B55-9F6D-CB5F3B2A2BF3}" dt="2026-02-23T22:53:45.715" v="2501" actId="478"/>
          <ac:spMkLst>
            <pc:docMk/>
            <pc:sldMk cId="0" sldId="266"/>
            <ac:spMk id="129" creationId="{00000000-0000-0000-0000-000000000000}"/>
          </ac:spMkLst>
        </pc:spChg>
        <pc:spChg chg="del mod">
          <ac:chgData name="TITI SAKA - STUDENT" userId="e3fddf15-5c1f-4582-a6b8-9f8e42fdf845" providerId="ADAL" clId="{D74A832E-580A-4B55-9F6D-CB5F3B2A2BF3}" dt="2026-02-23T22:56:12.320" v="2562" actId="478"/>
          <ac:spMkLst>
            <pc:docMk/>
            <pc:sldMk cId="0" sldId="266"/>
            <ac:spMk id="130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3:00:56.754" v="2627" actId="478"/>
          <ac:spMkLst>
            <pc:docMk/>
            <pc:sldMk cId="0" sldId="266"/>
            <ac:spMk id="131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2:18:33.874" v="2293" actId="478"/>
          <ac:spMkLst>
            <pc:docMk/>
            <pc:sldMk cId="0" sldId="266"/>
            <ac:spMk id="132" creationId="{00000000-0000-0000-0000-000000000000}"/>
          </ac:spMkLst>
        </pc:spChg>
        <pc:spChg chg="del">
          <ac:chgData name="TITI SAKA - STUDENT" userId="e3fddf15-5c1f-4582-a6b8-9f8e42fdf845" providerId="ADAL" clId="{D74A832E-580A-4B55-9F6D-CB5F3B2A2BF3}" dt="2026-02-23T22:18:27.698" v="2292" actId="478"/>
          <ac:spMkLst>
            <pc:docMk/>
            <pc:sldMk cId="0" sldId="266"/>
            <ac:spMk id="133" creationId="{00000000-0000-0000-0000-000000000000}"/>
          </ac:spMkLst>
        </pc:spChg>
        <pc:picChg chg="del">
          <ac:chgData name="TITI SAKA - STUDENT" userId="e3fddf15-5c1f-4582-a6b8-9f8e42fdf845" providerId="ADAL" clId="{D74A832E-580A-4B55-9F6D-CB5F3B2A2BF3}" dt="2026-02-23T22:46:52.472" v="2424" actId="478"/>
          <ac:picMkLst>
            <pc:docMk/>
            <pc:sldMk cId="0" sldId="266"/>
            <ac:picMk id="118" creationId="{00000000-0000-0000-0000-000000000000}"/>
          </ac:picMkLst>
        </pc:picChg>
      </pc:sldChg>
      <pc:sldChg chg="del">
        <pc:chgData name="TITI SAKA - STUDENT" userId="e3fddf15-5c1f-4582-a6b8-9f8e42fdf845" providerId="ADAL" clId="{D74A832E-580A-4B55-9F6D-CB5F3B2A2BF3}" dt="2026-02-23T22:18:17.782" v="2291" actId="2696"/>
        <pc:sldMkLst>
          <pc:docMk/>
          <pc:sldMk cId="0" sldId="267"/>
        </pc:sldMkLst>
      </pc:sldChg>
      <pc:sldChg chg="del">
        <pc:chgData name="TITI SAKA - STUDENT" userId="e3fddf15-5c1f-4582-a6b8-9f8e42fdf845" providerId="ADAL" clId="{D74A832E-580A-4B55-9F6D-CB5F3B2A2BF3}" dt="2026-02-23T22:59:36.489" v="2603" actId="2696"/>
        <pc:sldMkLst>
          <pc:docMk/>
          <pc:sldMk cId="0" sldId="268"/>
        </pc:sldMkLst>
      </pc:sldChg>
      <pc:sldChg chg="del">
        <pc:chgData name="TITI SAKA - STUDENT" userId="e3fddf15-5c1f-4582-a6b8-9f8e42fdf845" providerId="ADAL" clId="{D74A832E-580A-4B55-9F6D-CB5F3B2A2BF3}" dt="2026-02-22T12:44:43.794" v="559" actId="2696"/>
        <pc:sldMkLst>
          <pc:docMk/>
          <pc:sldMk cId="0" sldId="269"/>
        </pc:sldMkLst>
      </pc:sldChg>
      <pc:sldChg chg="delSp new del mod">
        <pc:chgData name="TITI SAKA - STUDENT" userId="e3fddf15-5c1f-4582-a6b8-9f8e42fdf845" providerId="ADAL" clId="{D74A832E-580A-4B55-9F6D-CB5F3B2A2BF3}" dt="2026-02-23T22:03:58.576" v="1986" actId="2696"/>
        <pc:sldMkLst>
          <pc:docMk/>
          <pc:sldMk cId="513714763" sldId="269"/>
        </pc:sldMkLst>
        <pc:spChg chg="del">
          <ac:chgData name="TITI SAKA - STUDENT" userId="e3fddf15-5c1f-4582-a6b8-9f8e42fdf845" providerId="ADAL" clId="{D74A832E-580A-4B55-9F6D-CB5F3B2A2BF3}" dt="2026-02-23T21:57:09.982" v="1806" actId="478"/>
          <ac:spMkLst>
            <pc:docMk/>
            <pc:sldMk cId="513714763" sldId="269"/>
            <ac:spMk id="2" creationId="{EB288372-0AD4-A87B-CF04-0DF9D2FD19C3}"/>
          </ac:spMkLst>
        </pc:spChg>
        <pc:spChg chg="del">
          <ac:chgData name="TITI SAKA - STUDENT" userId="e3fddf15-5c1f-4582-a6b8-9f8e42fdf845" providerId="ADAL" clId="{D74A832E-580A-4B55-9F6D-CB5F3B2A2BF3}" dt="2026-02-23T21:57:12.015" v="1807" actId="478"/>
          <ac:spMkLst>
            <pc:docMk/>
            <pc:sldMk cId="513714763" sldId="269"/>
            <ac:spMk id="3" creationId="{38103095-DF0A-1AB4-0E22-60F46E9E2247}"/>
          </ac:spMkLst>
        </pc:spChg>
      </pc:sldChg>
      <pc:sldChg chg="addSp delSp modSp add mod ord">
        <pc:chgData name="TITI SAKA - STUDENT" userId="e3fddf15-5c1f-4582-a6b8-9f8e42fdf845" providerId="ADAL" clId="{D74A832E-580A-4B55-9F6D-CB5F3B2A2BF3}" dt="2026-02-23T22:20:17.063" v="2320" actId="122"/>
        <pc:sldMkLst>
          <pc:docMk/>
          <pc:sldMk cId="1296582117" sldId="269"/>
        </pc:sldMkLst>
        <pc:spChg chg="add del mod">
          <ac:chgData name="TITI SAKA - STUDENT" userId="e3fddf15-5c1f-4582-a6b8-9f8e42fdf845" providerId="ADAL" clId="{D74A832E-580A-4B55-9F6D-CB5F3B2A2BF3}" dt="2026-02-23T22:19:29.363" v="2296" actId="478"/>
          <ac:spMkLst>
            <pc:docMk/>
            <pc:sldMk cId="1296582117" sldId="269"/>
            <ac:spMk id="3" creationId="{5E325EED-57B9-1828-ED1A-6EB67D95D04B}"/>
          </ac:spMkLst>
        </pc:spChg>
        <pc:spChg chg="mod">
          <ac:chgData name="TITI SAKA - STUDENT" userId="e3fddf15-5c1f-4582-a6b8-9f8e42fdf845" providerId="ADAL" clId="{D74A832E-580A-4B55-9F6D-CB5F3B2A2BF3}" dt="2026-02-23T22:20:17.063" v="2320" actId="122"/>
          <ac:spMkLst>
            <pc:docMk/>
            <pc:sldMk cId="1296582117" sldId="269"/>
            <ac:spMk id="105" creationId="{D0CFE2DB-8B05-4EE8-8ECF-91DF98B669CF}"/>
          </ac:spMkLst>
        </pc:spChg>
        <pc:spChg chg="del">
          <ac:chgData name="TITI SAKA - STUDENT" userId="e3fddf15-5c1f-4582-a6b8-9f8e42fdf845" providerId="ADAL" clId="{D74A832E-580A-4B55-9F6D-CB5F3B2A2BF3}" dt="2026-02-23T22:19:23.511" v="2295" actId="478"/>
          <ac:spMkLst>
            <pc:docMk/>
            <pc:sldMk cId="1296582117" sldId="269"/>
            <ac:spMk id="106" creationId="{0C5E9456-02FB-AA60-977E-637BFB19B0C6}"/>
          </ac:spMkLst>
        </pc:spChg>
      </pc:sldChg>
      <pc:sldChg chg="addSp modSp add mod">
        <pc:chgData name="TITI SAKA - STUDENT" userId="e3fddf15-5c1f-4582-a6b8-9f8e42fdf845" providerId="ADAL" clId="{D74A832E-580A-4B55-9F6D-CB5F3B2A2BF3}" dt="2026-02-23T22:22:15.125" v="2350" actId="122"/>
        <pc:sldMkLst>
          <pc:docMk/>
          <pc:sldMk cId="3451801295" sldId="270"/>
        </pc:sldMkLst>
        <pc:spChg chg="add mod">
          <ac:chgData name="TITI SAKA - STUDENT" userId="e3fddf15-5c1f-4582-a6b8-9f8e42fdf845" providerId="ADAL" clId="{D74A832E-580A-4B55-9F6D-CB5F3B2A2BF3}" dt="2026-02-23T22:22:15.125" v="2350" actId="122"/>
          <ac:spMkLst>
            <pc:docMk/>
            <pc:sldMk cId="3451801295" sldId="270"/>
            <ac:spMk id="2" creationId="{EF57CE2B-A86F-1E2E-75E8-FE205F2F0046}"/>
          </ac:spMkLst>
        </pc:spChg>
        <pc:spChg chg="mod">
          <ac:chgData name="TITI SAKA - STUDENT" userId="e3fddf15-5c1f-4582-a6b8-9f8e42fdf845" providerId="ADAL" clId="{D74A832E-580A-4B55-9F6D-CB5F3B2A2BF3}" dt="2026-02-23T22:22:08.677" v="2348" actId="1076"/>
          <ac:spMkLst>
            <pc:docMk/>
            <pc:sldMk cId="3451801295" sldId="270"/>
            <ac:spMk id="105" creationId="{0273EA36-FF92-BC5A-F554-2AE4A8491A67}"/>
          </ac:spMkLst>
        </pc:spChg>
      </pc:sldChg>
      <pc:sldChg chg="addSp delSp modSp add mod">
        <pc:chgData name="TITI SAKA - STUDENT" userId="e3fddf15-5c1f-4582-a6b8-9f8e42fdf845" providerId="ADAL" clId="{D74A832E-580A-4B55-9F6D-CB5F3B2A2BF3}" dt="2026-02-23T23:03:58.086" v="2809" actId="1076"/>
        <pc:sldMkLst>
          <pc:docMk/>
          <pc:sldMk cId="3330237409" sldId="271"/>
        </pc:sldMkLst>
        <pc:spChg chg="mod">
          <ac:chgData name="TITI SAKA - STUDENT" userId="e3fddf15-5c1f-4582-a6b8-9f8e42fdf845" providerId="ADAL" clId="{D74A832E-580A-4B55-9F6D-CB5F3B2A2BF3}" dt="2026-02-23T22:59:55.214" v="2618" actId="122"/>
          <ac:spMkLst>
            <pc:docMk/>
            <pc:sldMk cId="3330237409" sldId="271"/>
            <ac:spMk id="120" creationId="{DC2667AD-0494-D6D4-9D7A-35A5E1C5B8BF}"/>
          </ac:spMkLst>
        </pc:spChg>
        <pc:spChg chg="mod">
          <ac:chgData name="TITI SAKA - STUDENT" userId="e3fddf15-5c1f-4582-a6b8-9f8e42fdf845" providerId="ADAL" clId="{D74A832E-580A-4B55-9F6D-CB5F3B2A2BF3}" dt="2026-02-23T23:03:58.086" v="2809" actId="1076"/>
          <ac:spMkLst>
            <pc:docMk/>
            <pc:sldMk cId="3330237409" sldId="271"/>
            <ac:spMk id="122" creationId="{03BDDE47-48FF-F293-3D22-439D40E825FB}"/>
          </ac:spMkLst>
        </pc:spChg>
        <pc:spChg chg="mod">
          <ac:chgData name="TITI SAKA - STUDENT" userId="e3fddf15-5c1f-4582-a6b8-9f8e42fdf845" providerId="ADAL" clId="{D74A832E-580A-4B55-9F6D-CB5F3B2A2BF3}" dt="2026-02-23T23:03:58.086" v="2809" actId="1076"/>
          <ac:spMkLst>
            <pc:docMk/>
            <pc:sldMk cId="3330237409" sldId="271"/>
            <ac:spMk id="123" creationId="{8A726D94-42F4-1404-A84B-695A5DCDDDCF}"/>
          </ac:spMkLst>
        </pc:spChg>
        <pc:spChg chg="mod">
          <ac:chgData name="TITI SAKA - STUDENT" userId="e3fddf15-5c1f-4582-a6b8-9f8e42fdf845" providerId="ADAL" clId="{D74A832E-580A-4B55-9F6D-CB5F3B2A2BF3}" dt="2026-02-23T23:03:58.086" v="2809" actId="1076"/>
          <ac:spMkLst>
            <pc:docMk/>
            <pc:sldMk cId="3330237409" sldId="271"/>
            <ac:spMk id="126" creationId="{B761B9C0-5B09-1C26-FB51-333BAD7FC054}"/>
          </ac:spMkLst>
        </pc:spChg>
        <pc:spChg chg="add del mod">
          <ac:chgData name="TITI SAKA - STUDENT" userId="e3fddf15-5c1f-4582-a6b8-9f8e42fdf845" providerId="ADAL" clId="{D74A832E-580A-4B55-9F6D-CB5F3B2A2BF3}" dt="2026-02-23T23:03:58.086" v="2809" actId="1076"/>
          <ac:spMkLst>
            <pc:docMk/>
            <pc:sldMk cId="3330237409" sldId="271"/>
            <ac:spMk id="127" creationId="{CB54C2B5-57D0-EA9C-56BB-9EDA6F85165F}"/>
          </ac:spMkLst>
        </pc:spChg>
        <pc:spChg chg="add del mod">
          <ac:chgData name="TITI SAKA - STUDENT" userId="e3fddf15-5c1f-4582-a6b8-9f8e42fdf845" providerId="ADAL" clId="{D74A832E-580A-4B55-9F6D-CB5F3B2A2BF3}" dt="2026-02-23T23:03:58.086" v="2809" actId="1076"/>
          <ac:spMkLst>
            <pc:docMk/>
            <pc:sldMk cId="3330237409" sldId="271"/>
            <ac:spMk id="128" creationId="{465F0B0A-CFD0-FB33-C194-C7B8CF370A16}"/>
          </ac:spMkLst>
        </pc:spChg>
        <pc:spChg chg="add del">
          <ac:chgData name="TITI SAKA - STUDENT" userId="e3fddf15-5c1f-4582-a6b8-9f8e42fdf845" providerId="ADAL" clId="{D74A832E-580A-4B55-9F6D-CB5F3B2A2BF3}" dt="2026-02-23T23:03:40.591" v="2808" actId="478"/>
          <ac:spMkLst>
            <pc:docMk/>
            <pc:sldMk cId="3330237409" sldId="271"/>
            <ac:spMk id="131" creationId="{3630C151-6579-8BC7-6CD4-6AFE7AF53E19}"/>
          </ac:spMkLst>
        </pc:spChg>
      </pc:sldChg>
      <pc:sldMasterChg chg="delSldLayout">
        <pc:chgData name="TITI SAKA - STUDENT" userId="e3fddf15-5c1f-4582-a6b8-9f8e42fdf845" providerId="ADAL" clId="{D74A832E-580A-4B55-9F6D-CB5F3B2A2BF3}" dt="2026-02-23T22:21:57.535" v="2346" actId="47"/>
        <pc:sldMasterMkLst>
          <pc:docMk/>
          <pc:sldMasterMk cId="0" sldId="2147483648"/>
        </pc:sldMasterMkLst>
        <pc:sldLayoutChg chg="del">
          <pc:chgData name="TITI SAKA - STUDENT" userId="e3fddf15-5c1f-4582-a6b8-9f8e42fdf845" providerId="ADAL" clId="{D74A832E-580A-4B55-9F6D-CB5F3B2A2BF3}" dt="2026-02-23T22:21:57.535" v="2346" actId="4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" name="Shape 1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uFill>
          <a:solidFill/>
        </a:uFill>
        <a:latin typeface="+mn-lt"/>
        <a:ea typeface="+mn-ea"/>
        <a:cs typeface="+mn-cs"/>
        <a:sym typeface="Calibri"/>
      </a:defRPr>
    </a:lvl1pPr>
    <a:lvl2pPr indent="228600">
      <a:defRPr sz="1200">
        <a:uFill>
          <a:solidFill/>
        </a:uFill>
        <a:latin typeface="+mn-lt"/>
        <a:ea typeface="+mn-ea"/>
        <a:cs typeface="+mn-cs"/>
        <a:sym typeface="Calibri"/>
      </a:defRPr>
    </a:lvl2pPr>
    <a:lvl3pPr indent="457200">
      <a:defRPr sz="1200">
        <a:uFill>
          <a:solidFill/>
        </a:uFill>
        <a:latin typeface="+mn-lt"/>
        <a:ea typeface="+mn-ea"/>
        <a:cs typeface="+mn-cs"/>
        <a:sym typeface="Calibri"/>
      </a:defRPr>
    </a:lvl3pPr>
    <a:lvl4pPr indent="685800">
      <a:defRPr sz="1200">
        <a:uFill>
          <a:solidFill/>
        </a:uFill>
        <a:latin typeface="+mn-lt"/>
        <a:ea typeface="+mn-ea"/>
        <a:cs typeface="+mn-cs"/>
        <a:sym typeface="Calibri"/>
      </a:defRPr>
    </a:lvl4pPr>
    <a:lvl5pPr indent="914400">
      <a:defRPr sz="1200">
        <a:uFill>
          <a:solidFill/>
        </a:uFill>
        <a:latin typeface="+mn-lt"/>
        <a:ea typeface="+mn-ea"/>
        <a:cs typeface="+mn-cs"/>
        <a:sym typeface="Calibri"/>
      </a:defRPr>
    </a:lvl5pPr>
    <a:lvl6pPr indent="1143000">
      <a:defRPr sz="1200">
        <a:uFill>
          <a:solidFill/>
        </a:uFill>
        <a:latin typeface="+mn-lt"/>
        <a:ea typeface="+mn-ea"/>
        <a:cs typeface="+mn-cs"/>
        <a:sym typeface="Calibri"/>
      </a:defRPr>
    </a:lvl6pPr>
    <a:lvl7pPr indent="1371600">
      <a:defRPr sz="1200">
        <a:uFill>
          <a:solidFill/>
        </a:uFill>
        <a:latin typeface="+mn-lt"/>
        <a:ea typeface="+mn-ea"/>
        <a:cs typeface="+mn-cs"/>
        <a:sym typeface="Calibri"/>
      </a:defRPr>
    </a:lvl7pPr>
    <a:lvl8pPr indent="1600200">
      <a:defRPr sz="1200">
        <a:uFill>
          <a:solidFill/>
        </a:uFill>
        <a:latin typeface="+mn-lt"/>
        <a:ea typeface="+mn-ea"/>
        <a:cs typeface="+mn-cs"/>
        <a:sym typeface="Calibri"/>
      </a:defRPr>
    </a:lvl8pPr>
    <a:lvl9pPr indent="1828800">
      <a:defRPr sz="1200">
        <a:uFill>
          <a:solidFill/>
        </a:uFill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FEDC-FA35-F747-782F-6B68B24C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>
            <a:extLst>
              <a:ext uri="{FF2B5EF4-FFF2-40B4-BE49-F238E27FC236}">
                <a16:creationId xmlns:a16="http://schemas.microsoft.com/office/drawing/2014/main" id="{298DBE4D-8346-D1EA-79ED-7BCB6E462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0" name="Shape 110">
            <a:extLst>
              <a:ext uri="{FF2B5EF4-FFF2-40B4-BE49-F238E27FC236}">
                <a16:creationId xmlns:a16="http://schemas.microsoft.com/office/drawing/2014/main" id="{D964408C-09DA-51B5-1BEF-2D7ACB6273A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your chance to call out any craziness you’ve heard while building the deck, and having a frank conversation with your sponsors and your team about how you are going to handle it.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perhaps on of the most powerful slides in the deck – it’s your chance to ask for whatever you need to be successful and the consequences if you don’t get it.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Use it!</a:t>
            </a:r>
          </a:p>
        </p:txBody>
      </p:sp>
    </p:spTree>
    <p:extLst>
      <p:ext uri="{BB962C8B-B14F-4D97-AF65-F5344CB8AC3E}">
        <p14:creationId xmlns:p14="http://schemas.microsoft.com/office/powerpoint/2010/main" val="379344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44CE-588E-98CD-8F21-E629989A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>
            <a:extLst>
              <a:ext uri="{FF2B5EF4-FFF2-40B4-BE49-F238E27FC236}">
                <a16:creationId xmlns:a16="http://schemas.microsoft.com/office/drawing/2014/main" id="{C7B63250-ED5E-5B0D-BF15-8954C80F8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0" name="Shape 110">
            <a:extLst>
              <a:ext uri="{FF2B5EF4-FFF2-40B4-BE49-F238E27FC236}">
                <a16:creationId xmlns:a16="http://schemas.microsoft.com/office/drawing/2014/main" id="{C6BDB18A-8416-FBDE-1671-564AAB2E21E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your chance to call out any craziness you’ve heard while building the deck, and having a frank conversation with your sponsors and your team about how you are going to handle it.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perhaps on of the most powerful slides in the deck – it’s your chance to ask for whatever you need to be successful and the consequences if you don’t get it.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Use it!</a:t>
            </a:r>
          </a:p>
        </p:txBody>
      </p:sp>
    </p:spTree>
    <p:extLst>
      <p:ext uri="{BB962C8B-B14F-4D97-AF65-F5344CB8AC3E}">
        <p14:creationId xmlns:p14="http://schemas.microsoft.com/office/powerpoint/2010/main" val="288151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Write down all the reasons why your company would want to spend money on this project in the first place.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Then pick and highlight the most important one.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If you could walk into a store, and buy the shrink wrapped version of your software, what the design of the box look like and what would it say?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Point here is to get your team looking at your project through the eyes of your end customer.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List all the big ticket items you are (and are NOT) going to deliver within the scope of this project.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Before starting your project move all the UNRESOLVED ones to either IN or OUT.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7" name="Shape 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List everyone you are going to have to interact with at some point during the course of your project.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endParaRPr sz="1200">
              <a:uFill>
                <a:solidFill/>
              </a:uFill>
            </a:endParaRP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Goal is to start building relationships with these people and let them know we are coming down the tracks  (before we actually get there).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about letting people know how we plan on building this thing.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If there are any tools or libraries assumptions you are making list them here.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Also if there are areas of the application architecture that are risky highlight those too.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your chance to call out any craziness you’ve heard while building the deck, and having a frank conversation with your sponsors and your team about how you are going to handle it.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 perhaps on of the most powerful slides in the deck – it’s your chance to ask for whatever you need to be successful and the consequences if you don’t get it.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Use it!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Set expectations around who you are going to need and what kind of skills they will need to have to pull this off.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Use names if specific people are important (i.e. Billy is the only guy who can do X).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Give your sponsors some idea of how big this thing is (1, 3, or 6 monther).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Before you can complete this slide you and the team should create and estimate a high-level story list for the project.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isn’t a commitment (too many unknowns). It’s just a really rough guess. Don’t treat it as anything else.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ECB5-2F6F-DF55-EAFD-C89970C3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>
            <a:extLst>
              <a:ext uri="{FF2B5EF4-FFF2-40B4-BE49-F238E27FC236}">
                <a16:creationId xmlns:a16="http://schemas.microsoft.com/office/drawing/2014/main" id="{6DBFF7E0-7E85-FEC0-FB6B-1BB236A59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35" name="Shape 135">
            <a:extLst>
              <a:ext uri="{FF2B5EF4-FFF2-40B4-BE49-F238E27FC236}">
                <a16:creationId xmlns:a16="http://schemas.microsoft.com/office/drawing/2014/main" id="{3DCE4BB9-3760-3F1F-9F06-9A9B6B0E944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Give your sponsors some idea of how big this thing is (1, 3, or 6 monther).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Before you can complete this slide you and the team should create and estimate a high-level story list for the project.</a:t>
            </a:r>
          </a:p>
          <a:p>
            <a:pPr lvl="0">
              <a:buClr>
                <a:srgbClr val="000000"/>
              </a:buClr>
              <a:defRPr sz="1800">
                <a:uFillTx/>
              </a:defRPr>
            </a:pPr>
            <a:r>
              <a:rPr sz="1200">
                <a:uFill>
                  <a:solidFill/>
                </a:uFill>
              </a:rPr>
              <a:t>This isn’t a commitment (too many unknowns). It’s just a really rough guess. Don’t treat it as anything else.</a:t>
            </a:r>
          </a:p>
        </p:txBody>
      </p:sp>
    </p:spTree>
    <p:extLst>
      <p:ext uri="{BB962C8B-B14F-4D97-AF65-F5344CB8AC3E}">
        <p14:creationId xmlns:p14="http://schemas.microsoft.com/office/powerpoint/2010/main" val="270645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42950" indent="-285750">
              <a:spcBef>
                <a:spcPts val="600"/>
              </a:spcBef>
              <a:buChar char="–"/>
              <a:defRPr sz="2800"/>
            </a:lvl2pPr>
            <a:lvl3pPr marL="1143000" indent="-228600">
              <a:spcBef>
                <a:spcPts val="500"/>
              </a:spcBef>
              <a:defRPr sz="2400"/>
            </a:lvl3pPr>
            <a:lvl4pPr marL="1600200" indent="-228600">
              <a:spcBef>
                <a:spcPts val="400"/>
              </a:spcBef>
              <a:buChar char="–"/>
              <a:defRPr sz="2000"/>
            </a:lvl4pPr>
            <a:lvl5pPr marL="2057400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/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457200" y="1600199"/>
            <a:ext cx="8229600" cy="4525964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>
            <a:lvl2pPr marL="742950" indent="-285750">
              <a:spcBef>
                <a:spcPts val="600"/>
              </a:spcBef>
              <a:buChar char="–"/>
              <a:defRPr sz="2800"/>
            </a:lvl2pPr>
            <a:lvl3pPr marL="1143000" indent="-228600">
              <a:spcBef>
                <a:spcPts val="500"/>
              </a:spcBef>
              <a:defRPr sz="2400"/>
            </a:lvl3pPr>
            <a:lvl4pPr marL="1600200" indent="-228600">
              <a:spcBef>
                <a:spcPts val="400"/>
              </a:spcBef>
              <a:buChar char="–"/>
              <a:defRPr sz="2000"/>
            </a:lvl4pPr>
            <a:lvl5pPr marL="2057400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8405167" y="6473825"/>
            <a:ext cx="281633" cy="266701"/>
          </a:xfrm>
          <a:prstGeom prst="rect">
            <a:avLst/>
          </a:prstGeom>
          <a:ln w="12700">
            <a:round/>
          </a:ln>
        </p:spPr>
        <p:txBody>
          <a:bodyPr wrap="none" lIns="38100" tIns="38100" rIns="38100" bIns="38100" anchor="ctr">
            <a:spAutoFit/>
          </a:bodyPr>
          <a:lstStyle>
            <a:lvl1pPr algn="r">
              <a:buClrTx/>
              <a:defRPr sz="12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1pPr>
      <a:lvl2pPr indent="2286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2pPr>
      <a:lvl3pPr indent="4572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3pPr>
      <a:lvl4pPr indent="6858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4pPr>
      <a:lvl5pPr indent="9144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5pPr>
      <a:lvl6pPr indent="11430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6pPr>
      <a:lvl7pPr indent="13716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7pPr>
      <a:lvl8pPr indent="16002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8pPr>
      <a:lvl9pPr indent="1828800">
        <a:defRPr sz="4400">
          <a:solidFill>
            <a:srgbClr val="1D4871"/>
          </a:solidFill>
          <a:uFill>
            <a:solidFill>
              <a:srgbClr val="1D4871"/>
            </a:solidFill>
          </a:uFill>
          <a:latin typeface="+mn-lt"/>
          <a:ea typeface="+mn-ea"/>
          <a:cs typeface="+mn-cs"/>
          <a:sym typeface="Calibri"/>
        </a:defRPr>
      </a:lvl9pPr>
    </p:titleStyle>
    <p:bodyStyle>
      <a:lvl1pPr marL="342900" indent="-342900">
        <a:spcBef>
          <a:spcPts val="700"/>
        </a:spcBef>
        <a:buClr>
          <a:srgbClr val="000000"/>
        </a:buClr>
        <a:buSzPct val="100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1pPr>
      <a:lvl2pPr marL="783771" indent="-326571">
        <a:spcBef>
          <a:spcPts val="700"/>
        </a:spcBef>
        <a:buClr>
          <a:srgbClr val="000000"/>
        </a:buClr>
        <a:buSzPct val="100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2pPr>
      <a:lvl3pPr marL="1219200" indent="-304800">
        <a:spcBef>
          <a:spcPts val="700"/>
        </a:spcBef>
        <a:buClr>
          <a:srgbClr val="000000"/>
        </a:buClr>
        <a:buSzPct val="100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3pPr>
      <a:lvl4pPr marL="1737360" indent="-365760">
        <a:spcBef>
          <a:spcPts val="700"/>
        </a:spcBef>
        <a:buClr>
          <a:srgbClr val="000000"/>
        </a:buClr>
        <a:buSzPct val="100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4pPr>
      <a:lvl5pPr marL="2194560" indent="-365760">
        <a:spcBef>
          <a:spcPts val="700"/>
        </a:spcBef>
        <a:buClr>
          <a:srgbClr val="000000"/>
        </a:buClr>
        <a:buSzPct val="100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5pPr>
      <a:lvl6pPr marL="3365500" indent="-9144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6pPr>
      <a:lvl7pPr marL="3721100" indent="-9144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7pPr>
      <a:lvl8pPr marL="4076700" indent="-9144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8pPr>
      <a:lvl9pPr marL="4432300" indent="-9144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9pPr>
    </p:bodyStyle>
    <p:otherStyle>
      <a:lvl1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1pPr>
      <a:lvl2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2pPr>
      <a:lvl3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3pPr>
      <a:lvl4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4pPr>
      <a:lvl5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5pPr>
      <a:lvl6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6pPr>
      <a:lvl7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7pPr>
      <a:lvl8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8pPr>
      <a:lvl9pPr algn="r">
        <a:defRPr sz="1200">
          <a:solidFill>
            <a:schemeClr val="tx1"/>
          </a:solidFill>
          <a:uFill>
            <a:solidFill>
              <a:srgbClr val="9A9A9A"/>
            </a:solidFill>
          </a:uFill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424CC-80C3-BD97-88AD-2AF19A50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1.png">
            <a:extLst>
              <a:ext uri="{FF2B5EF4-FFF2-40B4-BE49-F238E27FC236}">
                <a16:creationId xmlns:a16="http://schemas.microsoft.com/office/drawing/2014/main" id="{FA3D100C-B75A-50A8-1BA4-C8F177F7C5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hape 105">
            <a:extLst>
              <a:ext uri="{FF2B5EF4-FFF2-40B4-BE49-F238E27FC236}">
                <a16:creationId xmlns:a16="http://schemas.microsoft.com/office/drawing/2014/main" id="{D0CFE2DB-8B05-4EE8-8ECF-91DF98B66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499"/>
            <a:ext cx="8229600" cy="1143001"/>
          </a:xfrm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lang="en-IE"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Agile Inception Deck</a:t>
            </a:r>
            <a:endParaRPr lang="en-GB" sz="4400">
              <a:solidFill>
                <a:srgbClr val="1D4871"/>
              </a:solidFill>
              <a:uFill>
                <a:solidFill>
                  <a:srgbClr val="1D4871"/>
                </a:solidFill>
              </a:uFill>
            </a:endParaRPr>
          </a:p>
        </p:txBody>
      </p:sp>
      <p:sp>
        <p:nvSpPr>
          <p:cNvPr id="107" name="Shape 107">
            <a:extLst>
              <a:ext uri="{FF2B5EF4-FFF2-40B4-BE49-F238E27FC236}">
                <a16:creationId xmlns:a16="http://schemas.microsoft.com/office/drawing/2014/main" id="{5670D33E-2BC1-5F23-83B4-AFDB55C62E9B}"/>
              </a:ext>
            </a:extLst>
          </p:cNvPr>
          <p:cNvSpPr/>
          <p:nvPr/>
        </p:nvSpPr>
        <p:spPr>
          <a:xfrm>
            <a:off x="7696200" y="6096000"/>
            <a:ext cx="13843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58211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F8EA-831E-3547-FEE6-2DE7A750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1.png">
            <a:extLst>
              <a:ext uri="{FF2B5EF4-FFF2-40B4-BE49-F238E27FC236}">
                <a16:creationId xmlns:a16="http://schemas.microsoft.com/office/drawing/2014/main" id="{13069DF8-1131-9E05-97D8-322347027FF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hape 105">
            <a:extLst>
              <a:ext uri="{FF2B5EF4-FFF2-40B4-BE49-F238E27FC236}">
                <a16:creationId xmlns:a16="http://schemas.microsoft.com/office/drawing/2014/main" id="{0273EA36-FF92-BC5A-F554-2AE4A849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5999"/>
            <a:ext cx="8229600" cy="1143001"/>
          </a:xfrm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lang="en-IE"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Virtual Stock Trader</a:t>
            </a:r>
            <a:endParaRPr lang="en-GB" sz="4400">
              <a:solidFill>
                <a:srgbClr val="1D4871"/>
              </a:solidFill>
              <a:uFill>
                <a:solidFill>
                  <a:srgbClr val="1D4871"/>
                </a:solidFill>
              </a:uFill>
            </a:endParaRPr>
          </a:p>
        </p:txBody>
      </p:sp>
      <p:sp>
        <p:nvSpPr>
          <p:cNvPr id="107" name="Shape 107">
            <a:extLst>
              <a:ext uri="{FF2B5EF4-FFF2-40B4-BE49-F238E27FC236}">
                <a16:creationId xmlns:a16="http://schemas.microsoft.com/office/drawing/2014/main" id="{55F782F2-353E-43B5-26A8-950108A4EAB0}"/>
              </a:ext>
            </a:extLst>
          </p:cNvPr>
          <p:cNvSpPr/>
          <p:nvPr/>
        </p:nvSpPr>
        <p:spPr>
          <a:xfrm>
            <a:off x="7696200" y="6096000"/>
            <a:ext cx="13843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  <p:sp>
        <p:nvSpPr>
          <p:cNvPr id="2" name="Shape 26">
            <a:extLst>
              <a:ext uri="{FF2B5EF4-FFF2-40B4-BE49-F238E27FC236}">
                <a16:creationId xmlns:a16="http://schemas.microsoft.com/office/drawing/2014/main" id="{EF57CE2B-A86F-1E2E-75E8-FE205F2F0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None/>
              <a:defRPr sz="1800">
                <a:solidFill>
                  <a:srgbClr val="000000"/>
                </a:solidFill>
                <a:uFillTx/>
              </a:defRPr>
            </a:pPr>
            <a:r>
              <a:rPr lang="en-US"/>
              <a:t>Sponsors: Titi, Sandil, Gormley, Joe Corr</a:t>
            </a:r>
            <a:endParaRPr lang="en-GB" sz="3200">
              <a:solidFill>
                <a:srgbClr val="9A9A9A"/>
              </a:solidFill>
              <a:uFill>
                <a:solidFill>
                  <a:srgbClr val="9A9A9A"/>
                </a:solidFill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34518012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Red Circle Free Stock Photo - Public Domain Pictures">
            <a:extLst>
              <a:ext uri="{FF2B5EF4-FFF2-40B4-BE49-F238E27FC236}">
                <a16:creationId xmlns:a16="http://schemas.microsoft.com/office/drawing/2014/main" id="{472C0183-5F25-939A-D370-CD3B863A3C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7" t="28632" r="6263" b="27619"/>
          <a:stretch>
            <a:fillRect/>
          </a:stretch>
        </p:blipFill>
        <p:spPr>
          <a:xfrm>
            <a:off x="1168566" y="4890023"/>
            <a:ext cx="6602250" cy="1649514"/>
          </a:xfrm>
          <a:prstGeom prst="rect">
            <a:avLst/>
          </a:prstGeom>
        </p:spPr>
      </p:pic>
      <p:pic>
        <p:nvPicPr>
          <p:cNvPr id="2" name="Picture 1" descr="A close-up of a graph&#10;&#10;AI-generated content may be incorrect.">
            <a:extLst>
              <a:ext uri="{FF2B5EF4-FFF2-40B4-BE49-F238E27FC236}">
                <a16:creationId xmlns:a16="http://schemas.microsoft.com/office/drawing/2014/main" id="{7BA2E518-BAD3-8EB3-7A4E-BD9DEED6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719" y="1712358"/>
            <a:ext cx="3827124" cy="2885327"/>
          </a:xfrm>
          <a:prstGeom prst="rect">
            <a:avLst/>
          </a:prstGeom>
        </p:spPr>
      </p:pic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Why are we here?</a:t>
            </a:r>
            <a:endParaRPr lang="en-US"/>
          </a:p>
        </p:txBody>
      </p:sp>
      <p:sp>
        <p:nvSpPr>
          <p:cNvPr id="32" name="Shape 32"/>
          <p:cNvSpPr>
            <a:spLocks noGrp="1"/>
          </p:cNvSpPr>
          <p:nvPr>
            <p:ph type="body" idx="1"/>
          </p:nvPr>
        </p:nvSpPr>
        <p:spPr>
          <a:xfrm>
            <a:off x="6467583" y="3889456"/>
            <a:ext cx="2505582" cy="995630"/>
          </a:xfrm>
          <a:prstGeom prst="rect">
            <a:avLst/>
          </a:prstGeom>
        </p:spPr>
        <p:txBody>
          <a:bodyPr lIns="38100" tIns="38100" rIns="38100" bIns="38100" anchor="t"/>
          <a:lstStyle/>
          <a:p>
            <a:pPr marL="0" indent="0" algn="ctr">
              <a:buNone/>
              <a:defRPr sz="1800">
                <a:uFillTx/>
              </a:defRPr>
            </a:pPr>
            <a:r>
              <a:rPr lang="en-US" sz="2000"/>
              <a:t>Make sure that investors know what they are doing?</a:t>
            </a:r>
            <a:endParaRPr sz="2000"/>
          </a:p>
        </p:txBody>
      </p:sp>
      <p:sp>
        <p:nvSpPr>
          <p:cNvPr id="33" name="Shape 33"/>
          <p:cNvSpPr/>
          <p:nvPr/>
        </p:nvSpPr>
        <p:spPr>
          <a:xfrm>
            <a:off x="1711239" y="5465514"/>
            <a:ext cx="5735549" cy="507831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 anchor="t">
            <a:spAutoFit/>
          </a:bodyPr>
          <a:lstStyle>
            <a:lvl1pPr>
              <a:defRPr sz="3600"/>
            </a:lvl1pPr>
          </a:lstStyle>
          <a:p>
            <a:pPr algn="ctr">
              <a:defRPr sz="1800">
                <a:uFillTx/>
              </a:defRPr>
            </a:pPr>
            <a:r>
              <a:rPr lang="en-GB" sz="2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Teach new stock market investors #1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59FA2-CE87-0EE9-CF63-7BA7F97D4BBC}"/>
              </a:ext>
            </a:extLst>
          </p:cNvPr>
          <p:cNvSpPr txBox="1"/>
          <p:nvPr/>
        </p:nvSpPr>
        <p:spPr>
          <a:xfrm>
            <a:off x="6275797" y="1844305"/>
            <a:ext cx="3048001" cy="1302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E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Give</a:t>
            </a:r>
            <a:r>
              <a:rPr lang="en-IE" sz="2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new investors the chance to learn how the stock market </a:t>
            </a:r>
            <a:r>
              <a:rPr lang="en-IE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works?</a:t>
            </a:r>
            <a:endParaRPr lang="en-GB"/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E94EA-9F43-36B5-81D3-903F595FCA5C}"/>
              </a:ext>
            </a:extLst>
          </p:cNvPr>
          <p:cNvSpPr txBox="1"/>
          <p:nvPr/>
        </p:nvSpPr>
        <p:spPr>
          <a:xfrm>
            <a:off x="-1" y="2584900"/>
            <a:ext cx="2619911" cy="1302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Teach</a:t>
            </a:r>
            <a:r>
              <a:rPr lang="en-GB" sz="2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new investors about</a:t>
            </a: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how</a:t>
            </a:r>
            <a:r>
              <a:rPr lang="en-GB" sz="2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the stock market can be </a:t>
            </a: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used?</a:t>
            </a:r>
            <a:endParaRPr lang="en-GB" sz="2000"/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317504"/>
          </a:xfrm>
          <a:prstGeom prst="rect">
            <a:avLst/>
          </a:prstGeom>
        </p:spPr>
        <p:txBody>
          <a:bodyPr/>
          <a:lstStyle/>
          <a:p>
            <a:pPr algn="ctr">
              <a:defRPr sz="1800">
                <a:solidFill>
                  <a:srgbClr val="000000"/>
                </a:solidFill>
                <a:uFillTx/>
              </a:defRPr>
            </a:pPr>
            <a:r>
              <a:rPr lang="en-US" sz="4000">
                <a:solidFill>
                  <a:schemeClr val="accent1">
                    <a:lumMod val="49000"/>
                  </a:schemeClr>
                </a:solidFill>
              </a:rPr>
              <a:t>The Elevator Pitch</a:t>
            </a:r>
            <a:endParaRPr lang="en-US" sz="4000">
              <a:solidFill>
                <a:schemeClr val="accent1">
                  <a:lumMod val="49000"/>
                </a:schemeClr>
              </a:solidFill>
              <a:uFill>
                <a:solidFill>
                  <a:srgbClr val="1D4871"/>
                </a:solidFill>
              </a:uFill>
            </a:endParaRP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38100" tIns="38100" rIns="38100" bIns="38100" anchor="t"/>
          <a:lstStyle/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/>
              <a:t>For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[new investors]</a:t>
            </a:r>
          </a:p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>
                <a:uFillTx/>
              </a:rPr>
              <a:t>who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  <a:uFillTx/>
              </a:rPr>
              <a:t>[need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 a safe way of exploring the functions of the stock market]</a:t>
            </a:r>
            <a:endParaRPr lang="en-US" sz="2800">
              <a:solidFill>
                <a:schemeClr val="accent3">
                  <a:lumMod val="76000"/>
                </a:schemeClr>
              </a:solidFill>
              <a:uFill>
                <a:solidFill>
                  <a:srgbClr val="008F00"/>
                </a:solidFill>
              </a:uFill>
            </a:endParaRPr>
          </a:p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>
                <a:uFillTx/>
              </a:rPr>
              <a:t>the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  <a:uFillTx/>
              </a:rPr>
              <a:t>[Virtual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 Stock Trader]</a:t>
            </a:r>
            <a:endParaRPr lang="en-US" sz="2800">
              <a:solidFill>
                <a:schemeClr val="accent3">
                  <a:lumMod val="76000"/>
                </a:schemeClr>
              </a:solidFill>
              <a:uFill>
                <a:solidFill>
                  <a:srgbClr val="008F00"/>
                </a:solidFill>
              </a:uFill>
            </a:endParaRPr>
          </a:p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/>
              <a:t>is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[a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  <a:uFillTx/>
              </a:rPr>
              <a:t> mobile phone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  <a:uFill>
                  <a:solidFill/>
                </a:uFill>
              </a:rPr>
              <a:t>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application]</a:t>
            </a:r>
          </a:p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/>
              <a:t>that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[allows inexperienced users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  <a:uFillTx/>
              </a:rPr>
              <a:t> to learn the basics of the stock market without risks to their finances]</a:t>
            </a:r>
            <a:r>
              <a:rPr lang="en-US" sz="2800">
                <a:solidFill>
                  <a:srgbClr val="000000"/>
                </a:solidFill>
                <a:uFillTx/>
              </a:rPr>
              <a:t>.</a:t>
            </a:r>
            <a:endParaRPr lang="en-US" sz="2800">
              <a:uFill>
                <a:solidFill/>
              </a:uFill>
            </a:endParaRPr>
          </a:p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>
                <a:solidFill>
                  <a:srgbClr val="000000"/>
                </a:solidFill>
              </a:rPr>
              <a:t>Unlike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[ETORO and similar companies]</a:t>
            </a:r>
            <a:endParaRPr lang="en-US" sz="2800">
              <a:solidFill>
                <a:schemeClr val="accent3">
                  <a:lumMod val="76000"/>
                </a:schemeClr>
              </a:solidFill>
              <a:uFill>
                <a:solidFill>
                  <a:srgbClr val="008F00"/>
                </a:solidFill>
              </a:uFill>
            </a:endParaRPr>
          </a:p>
          <a:p>
            <a:pPr>
              <a:lnSpc>
                <a:spcPct val="90000"/>
              </a:lnSpc>
              <a:defRPr sz="1800">
                <a:uFillTx/>
              </a:defRPr>
            </a:pPr>
            <a:r>
              <a:rPr lang="en-US" sz="2800">
                <a:solidFill>
                  <a:srgbClr val="000000"/>
                </a:solidFill>
              </a:rPr>
              <a:t>our product </a:t>
            </a:r>
            <a:r>
              <a:rPr lang="en-US" sz="2800">
                <a:solidFill>
                  <a:schemeClr val="accent3">
                    <a:lumMod val="76000"/>
                  </a:schemeClr>
                </a:solidFill>
              </a:rPr>
              <a:t>[allows users to simulate stocks without risking their hard-earned money in the process]</a:t>
            </a:r>
            <a:r>
              <a:rPr lang="en-US" sz="2800">
                <a:solidFill>
                  <a:srgbClr val="000000"/>
                </a:solidFill>
              </a:rPr>
              <a:t>.</a:t>
            </a:r>
            <a:endParaRPr lang="en-US" sz="2800">
              <a:uFill>
                <a:solidFill/>
              </a:u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hape 43"/>
          <p:cNvSpPr/>
          <p:nvPr/>
        </p:nvSpPr>
        <p:spPr>
          <a:xfrm>
            <a:off x="2667000" y="1524000"/>
            <a:ext cx="3822700" cy="5029200"/>
          </a:xfrm>
          <a:prstGeom prst="rect">
            <a:avLst/>
          </a:prstGeom>
          <a:solidFill>
            <a:srgbClr val="A5C1DF"/>
          </a:solidFill>
          <a:ln w="25400">
            <a:solidFill>
              <a:srgbClr val="49729C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 sz="11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0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Product </a:t>
            </a:r>
            <a:r>
              <a:rPr lang="en-GB" sz="4000">
                <a:solidFill>
                  <a:schemeClr val="accent1">
                    <a:lumMod val="49000"/>
                  </a:schemeClr>
                </a:solidFill>
              </a:rPr>
              <a:t>Box</a:t>
            </a:r>
          </a:p>
        </p:txBody>
      </p:sp>
      <p:sp>
        <p:nvSpPr>
          <p:cNvPr id="45" name="Shape 45"/>
          <p:cNvSpPr/>
          <p:nvPr/>
        </p:nvSpPr>
        <p:spPr>
          <a:xfrm>
            <a:off x="3397405" y="1524887"/>
            <a:ext cx="2553584" cy="446276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 anchor="t">
            <a:spAutoFit/>
          </a:bodyPr>
          <a:lstStyle>
            <a:lvl1pPr>
              <a:defRPr sz="2800"/>
            </a:lvl1pPr>
          </a:lstStyle>
          <a:p>
            <a:pPr>
              <a:defRPr sz="1800">
                <a:uFillTx/>
              </a:defRPr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Virtual Stock Trader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3655988" y="3058179"/>
            <a:ext cx="77009" cy="353943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 anchor="t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3211294" y="4252650"/>
            <a:ext cx="1949252" cy="353943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 anchor="t">
            <a:spAutoFit/>
          </a:bodyPr>
          <a:lstStyle>
            <a:lvl1pPr>
              <a:defRPr sz="2800"/>
            </a:lvl1pPr>
          </a:lstStyle>
          <a:p>
            <a:pPr>
              <a:defRPr sz="1800">
                <a:uFillTx/>
              </a:defRPr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Trade Safe and Easy</a:t>
            </a:r>
          </a:p>
        </p:txBody>
      </p:sp>
      <p:sp>
        <p:nvSpPr>
          <p:cNvPr id="49" name="Shape 49"/>
          <p:cNvSpPr/>
          <p:nvPr/>
        </p:nvSpPr>
        <p:spPr>
          <a:xfrm>
            <a:off x="3223196" y="4647172"/>
            <a:ext cx="2840584" cy="630942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 anchor="t">
            <a:spAutoFit/>
          </a:bodyPr>
          <a:lstStyle>
            <a:lvl1pPr>
              <a:defRPr sz="2800"/>
            </a:lvl1pPr>
          </a:lstStyle>
          <a:p>
            <a:pPr>
              <a:defRPr sz="1800">
                <a:uFillTx/>
              </a:defRPr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Instant access straight from your phone.</a:t>
            </a:r>
          </a:p>
        </p:txBody>
      </p:sp>
      <p:sp>
        <p:nvSpPr>
          <p:cNvPr id="50" name="Shape 50"/>
          <p:cNvSpPr/>
          <p:nvPr/>
        </p:nvSpPr>
        <p:spPr>
          <a:xfrm>
            <a:off x="3217025" y="5273554"/>
            <a:ext cx="2919069" cy="353943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 anchor="t">
            <a:spAutoFit/>
          </a:bodyPr>
          <a:lstStyle>
            <a:lvl1pPr>
              <a:defRPr sz="2800"/>
            </a:lvl1pPr>
          </a:lstStyle>
          <a:p>
            <a:pPr>
              <a:defRPr sz="1800">
                <a:uFillTx/>
              </a:defRPr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Virtual stocks, no risk involved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3192410" y="5708552"/>
            <a:ext cx="2759480" cy="630942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 anchor="t">
            <a:spAutoFit/>
          </a:bodyPr>
          <a:lstStyle>
            <a:lvl1pPr>
              <a:defRPr sz="2800"/>
            </a:lvl1pPr>
          </a:lstStyle>
          <a:p>
            <a:pPr algn="l">
              <a:defRPr sz="1800">
                <a:uFillTx/>
              </a:defRPr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Training ground for new investors</a:t>
            </a:r>
            <a:endParaRPr lang="en-US"/>
          </a:p>
        </p:txBody>
      </p:sp>
      <p:pic>
        <p:nvPicPr>
          <p:cNvPr id="2" name="Picture 1" descr="A graph with stacks of coins and a arrow&#10;&#10;AI-generated content may be incorrect.">
            <a:extLst>
              <a:ext uri="{FF2B5EF4-FFF2-40B4-BE49-F238E27FC236}">
                <a16:creationId xmlns:a16="http://schemas.microsoft.com/office/drawing/2014/main" id="{ED8F42DA-51DA-1AE1-A865-C010073E2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428" y="1977367"/>
            <a:ext cx="2327121" cy="2169144"/>
          </a:xfrm>
          <a:prstGeom prst="rect">
            <a:avLst/>
          </a:prstGeom>
        </p:spPr>
      </p:pic>
      <p:pic>
        <p:nvPicPr>
          <p:cNvPr id="3" name="Graphic 2" descr="Checkbox Ticked with solid fill">
            <a:extLst>
              <a:ext uri="{FF2B5EF4-FFF2-40B4-BE49-F238E27FC236}">
                <a16:creationId xmlns:a16="http://schemas.microsoft.com/office/drawing/2014/main" id="{7B964031-F620-094E-0A05-961F745B0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144" y="4140975"/>
            <a:ext cx="556668" cy="582844"/>
          </a:xfrm>
          <a:prstGeom prst="rect">
            <a:avLst/>
          </a:prstGeom>
        </p:spPr>
      </p:pic>
      <p:pic>
        <p:nvPicPr>
          <p:cNvPr id="4" name="Graphic 3" descr="Checkbox Ticked with solid fill">
            <a:extLst>
              <a:ext uri="{FF2B5EF4-FFF2-40B4-BE49-F238E27FC236}">
                <a16:creationId xmlns:a16="http://schemas.microsoft.com/office/drawing/2014/main" id="{24CD2993-FED6-A86E-2830-BE77236EE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144" y="4647036"/>
            <a:ext cx="556668" cy="582844"/>
          </a:xfrm>
          <a:prstGeom prst="rect">
            <a:avLst/>
          </a:prstGeom>
        </p:spPr>
      </p:pic>
      <p:pic>
        <p:nvPicPr>
          <p:cNvPr id="5" name="Graphic 4" descr="Checkbox Ticked with solid fill">
            <a:extLst>
              <a:ext uri="{FF2B5EF4-FFF2-40B4-BE49-F238E27FC236}">
                <a16:creationId xmlns:a16="http://schemas.microsoft.com/office/drawing/2014/main" id="{0E9C2EB7-B9B2-4194-F02C-0043F32E7D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144" y="5161822"/>
            <a:ext cx="556668" cy="582844"/>
          </a:xfrm>
          <a:prstGeom prst="rect">
            <a:avLst/>
          </a:prstGeom>
        </p:spPr>
      </p:pic>
      <p:pic>
        <p:nvPicPr>
          <p:cNvPr id="6" name="Graphic 5" descr="Checkbox Ticked with solid fill">
            <a:extLst>
              <a:ext uri="{FF2B5EF4-FFF2-40B4-BE49-F238E27FC236}">
                <a16:creationId xmlns:a16="http://schemas.microsoft.com/office/drawing/2014/main" id="{EA9BB4D3-1C2C-16E4-4193-8AF415561E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143" y="5737685"/>
            <a:ext cx="556668" cy="58284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Shape 56"/>
          <p:cNvSpPr/>
          <p:nvPr/>
        </p:nvSpPr>
        <p:spPr>
          <a:xfrm>
            <a:off x="7696200" y="6096000"/>
            <a:ext cx="13843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76200" y="5867400"/>
            <a:ext cx="13843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The NOT list</a:t>
            </a:r>
          </a:p>
        </p:txBody>
      </p:sp>
      <p:graphicFrame>
        <p:nvGraphicFramePr>
          <p:cNvPr id="59" name="Table 59"/>
          <p:cNvGraphicFramePr/>
          <p:nvPr>
            <p:extLst>
              <p:ext uri="{D42A27DB-BD31-4B8C-83A1-F6EECF244321}">
                <p14:modId xmlns:p14="http://schemas.microsoft.com/office/powerpoint/2010/main" val="549990339"/>
              </p:ext>
            </p:extLst>
          </p:nvPr>
        </p:nvGraphicFramePr>
        <p:xfrm>
          <a:off x="381000" y="1396999"/>
          <a:ext cx="8458200" cy="3640182"/>
        </p:xfrm>
        <a:graphic>
          <a:graphicData uri="http://schemas.openxmlformats.org/drawingml/2006/table">
            <a:tbl>
              <a:tblPr firstRow="1" bandRow="1">
                <a:tableStyleId>{8F44A2F1-9E1F-4B54-A3A2-5F16C0AD49E2}</a:tableStyleId>
              </a:tblPr>
              <a:tblGrid>
                <a:gridCol w="42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94">
                <a:tc>
                  <a:txBody>
                    <a:bodyPr/>
                    <a:lstStyle/>
                    <a:p>
                      <a:pPr lvl="0" algn="ctr">
                        <a:tabLst>
                          <a:tab pos="914400" algn="l"/>
                        </a:tabLst>
                        <a:defRPr sz="1800" b="0">
                          <a:solidFill>
                            <a:srgbClr val="000000"/>
                          </a:solidFill>
                          <a:uFillTx/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IN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ctr">
                        <a:tabLst>
                          <a:tab pos="914400" algn="l"/>
                        </a:tabLst>
                        <a:defRPr sz="1800" b="0">
                          <a:solidFill>
                            <a:srgbClr val="000000"/>
                          </a:solidFill>
                          <a:uFillTx/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OUT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94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Live display of currency/stocks prices over a period of time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Random Tips</a:t>
                      </a: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94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Search for different &amp; specific stock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View other users’ performance</a:t>
                      </a: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94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View &amp; compare trades to the price of a standard currency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Leaderboard of users’ trading success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94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View your statistics &amp; graphs of trading history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94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94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0" name="Table 60"/>
          <p:cNvGraphicFramePr/>
          <p:nvPr>
            <p:extLst>
              <p:ext uri="{D42A27DB-BD31-4B8C-83A1-F6EECF244321}">
                <p14:modId xmlns:p14="http://schemas.microsoft.com/office/powerpoint/2010/main" val="477542777"/>
              </p:ext>
            </p:extLst>
          </p:nvPr>
        </p:nvGraphicFramePr>
        <p:xfrm>
          <a:off x="381000" y="4591303"/>
          <a:ext cx="8458200" cy="1965960"/>
        </p:xfrm>
        <a:graphic>
          <a:graphicData uri="http://schemas.openxmlformats.org/drawingml/2006/table">
            <a:tbl>
              <a:tblPr firstRow="1" bandRow="1">
                <a:tableStyleId>{8F44A2F1-9E1F-4B54-A3A2-5F16C0AD49E2}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708">
                <a:tc>
                  <a:txBody>
                    <a:bodyPr/>
                    <a:lstStyle/>
                    <a:p>
                      <a:pPr lvl="0" algn="ctr">
                        <a:tabLst>
                          <a:tab pos="914400" algn="l"/>
                        </a:tabLst>
                        <a:defRPr sz="1800" b="0">
                          <a:solidFill>
                            <a:srgbClr val="000000"/>
                          </a:solidFill>
                          <a:uFillTx/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UNRESOLVED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r>
                        <a:rPr lang="en-IE"/>
                        <a:t>Verifying &amp; Signing in through user email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lang="en-IE"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Our Project Community</a:t>
            </a:r>
            <a:endParaRPr sz="4400">
              <a:solidFill>
                <a:srgbClr val="1D4871"/>
              </a:solidFill>
              <a:uFill>
                <a:solidFill>
                  <a:srgbClr val="1D4871"/>
                </a:solidFill>
              </a:uFill>
            </a:endParaRPr>
          </a:p>
        </p:txBody>
      </p:sp>
      <p:sp>
        <p:nvSpPr>
          <p:cNvPr id="68" name="Shape 68"/>
          <p:cNvSpPr/>
          <p:nvPr/>
        </p:nvSpPr>
        <p:spPr>
          <a:xfrm>
            <a:off x="3216917" y="4706067"/>
            <a:ext cx="2997615" cy="569387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800"/>
            </a:lvl1pPr>
          </a:lstStyle>
          <a:p>
            <a:pPr lvl="0" algn="ctr">
              <a:defRPr sz="1800">
                <a:uFillTx/>
              </a:defRPr>
            </a:pPr>
            <a:r>
              <a:rPr lang="en-IE" sz="3200">
                <a:uFill>
                  <a:solidFill/>
                </a:uFill>
              </a:rPr>
              <a:t>Market Traders</a:t>
            </a:r>
            <a:endParaRPr sz="3200">
              <a:uFill>
                <a:solidFill/>
              </a:uFill>
            </a:endParaRPr>
          </a:p>
        </p:txBody>
      </p:sp>
      <p:sp>
        <p:nvSpPr>
          <p:cNvPr id="69" name="Shape 69"/>
          <p:cNvSpPr/>
          <p:nvPr/>
        </p:nvSpPr>
        <p:spPr>
          <a:xfrm>
            <a:off x="3216918" y="3266374"/>
            <a:ext cx="2997615" cy="569387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800"/>
            </a:lvl1pPr>
          </a:lstStyle>
          <a:p>
            <a:pPr lvl="0" algn="ctr">
              <a:defRPr sz="1800">
                <a:uFillTx/>
              </a:defRPr>
            </a:pPr>
            <a:r>
              <a:rPr lang="en-IE" sz="3200">
                <a:uFill>
                  <a:solidFill/>
                </a:uFill>
              </a:rPr>
              <a:t>The Stock </a:t>
            </a:r>
            <a:r>
              <a:rPr lang="en-IE" sz="3200"/>
              <a:t>M</a:t>
            </a:r>
            <a:r>
              <a:rPr lang="en-IE" sz="3200">
                <a:uFill>
                  <a:solidFill/>
                </a:uFill>
              </a:rPr>
              <a:t>arket</a:t>
            </a:r>
            <a:endParaRPr sz="3200">
              <a:uFill>
                <a:solidFill/>
              </a:uFill>
            </a:endParaRPr>
          </a:p>
        </p:txBody>
      </p:sp>
      <p:sp>
        <p:nvSpPr>
          <p:cNvPr id="70" name="Shape 70"/>
          <p:cNvSpPr/>
          <p:nvPr/>
        </p:nvSpPr>
        <p:spPr>
          <a:xfrm>
            <a:off x="3216918" y="1907643"/>
            <a:ext cx="2997615" cy="106182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800"/>
            </a:lvl1pPr>
          </a:lstStyle>
          <a:p>
            <a:pPr lvl="0" algn="ctr">
              <a:defRPr sz="1800">
                <a:uFillTx/>
              </a:defRPr>
            </a:pPr>
            <a:r>
              <a:rPr lang="en-IE" sz="3200">
                <a:uFill>
                  <a:solidFill/>
                </a:uFill>
              </a:rPr>
              <a:t>Trading Newcomers</a:t>
            </a:r>
            <a:endParaRPr sz="3200">
              <a:uFill>
                <a:solidFill/>
              </a:uFill>
            </a:endParaRPr>
          </a:p>
        </p:txBody>
      </p:sp>
      <p:pic>
        <p:nvPicPr>
          <p:cNvPr id="73" name="image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245576" y="4706067"/>
            <a:ext cx="800100" cy="92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image4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245576" y="1890181"/>
            <a:ext cx="800100" cy="92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image5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245576" y="3298124"/>
            <a:ext cx="800100" cy="927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Shape 80"/>
          <p:cNvSpPr/>
          <p:nvPr/>
        </p:nvSpPr>
        <p:spPr>
          <a:xfrm>
            <a:off x="7696200" y="6096000"/>
            <a:ext cx="13843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  <p:sp>
        <p:nvSpPr>
          <p:cNvPr id="81" name="Shape 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Technical solution</a:t>
            </a:r>
          </a:p>
        </p:txBody>
      </p:sp>
      <p:sp>
        <p:nvSpPr>
          <p:cNvPr id="100" name="Shape 100"/>
          <p:cNvSpPr/>
          <p:nvPr/>
        </p:nvSpPr>
        <p:spPr>
          <a:xfrm>
            <a:off x="457200" y="4216400"/>
            <a:ext cx="4622800" cy="2231380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>
            <a:spAutoFit/>
          </a:bodyPr>
          <a:lstStyle/>
          <a:p>
            <a:pPr lvl="0">
              <a:defRPr>
                <a:uFillTx/>
              </a:defRPr>
            </a:pPr>
            <a:r>
              <a:rPr sz="2000" b="1">
                <a:uFill>
                  <a:solidFill/>
                </a:uFill>
              </a:rPr>
              <a:t>Technologies:</a:t>
            </a:r>
            <a:endParaRPr sz="1600">
              <a:uFill>
                <a:solidFill/>
              </a:uFill>
            </a:endParaRPr>
          </a:p>
          <a:p>
            <a:pPr lvl="0">
              <a:buSzPct val="100000"/>
              <a:defRPr>
                <a:uFillTx/>
              </a:defRPr>
            </a:pPr>
            <a:r>
              <a:rPr lang="en-IE" sz="2000">
                <a:uFill>
                  <a:solidFill/>
                </a:uFill>
              </a:rPr>
              <a:t>Frontend:</a:t>
            </a:r>
          </a:p>
          <a:p>
            <a:pPr marL="342900" lvl="1" indent="-342900" algn="l">
              <a:buSzPct val="100000"/>
              <a:buFont typeface="Arial" panose="020B0604020202020204" pitchFamily="34" charset="0"/>
              <a:buChar char="•"/>
              <a:defRPr>
                <a:uFillTx/>
              </a:defRPr>
            </a:pPr>
            <a:r>
              <a:rPr lang="en-IE" sz="2000">
                <a:uFill>
                  <a:solidFill/>
                </a:uFill>
              </a:rPr>
              <a:t>React.js + DS</a:t>
            </a:r>
          </a:p>
          <a:p>
            <a:pPr marL="342900" lvl="1" indent="-342900" algn="l">
              <a:buSzPct val="100000"/>
              <a:buFont typeface="Arial" panose="020B0604020202020204" pitchFamily="34" charset="0"/>
              <a:buChar char="•"/>
              <a:defRPr>
                <a:uFillTx/>
              </a:defRPr>
            </a:pPr>
            <a:r>
              <a:rPr lang="en-IE" sz="2000"/>
              <a:t>Java/JavaScript API Implementation</a:t>
            </a:r>
            <a:endParaRPr lang="en-IE" sz="2000">
              <a:uFill>
                <a:solidFill/>
              </a:uFill>
            </a:endParaRPr>
          </a:p>
          <a:p>
            <a:pPr lvl="1" indent="0" algn="l">
              <a:buSzPct val="100000"/>
              <a:defRPr>
                <a:uFillTx/>
              </a:defRPr>
            </a:pPr>
            <a:r>
              <a:rPr lang="en-IE" sz="2000">
                <a:uFill>
                  <a:solidFill/>
                </a:uFill>
              </a:rPr>
              <a:t>Backend:</a:t>
            </a:r>
          </a:p>
          <a:p>
            <a:pPr marL="342900" lvl="1" indent="-342900" algn="l">
              <a:buSzPct val="100000"/>
              <a:buFont typeface="Arial" panose="020B0604020202020204" pitchFamily="34" charset="0"/>
              <a:buChar char="•"/>
              <a:defRPr>
                <a:uFillTx/>
              </a:defRPr>
            </a:pPr>
            <a:r>
              <a:rPr lang="en-IE" sz="2000">
                <a:uFill>
                  <a:solidFill/>
                </a:uFill>
              </a:rPr>
              <a:t>Fiscal.ai</a:t>
            </a:r>
          </a:p>
          <a:p>
            <a:pPr marL="342900" lvl="1" indent="-342900" algn="l">
              <a:buSzPct val="100000"/>
              <a:buFont typeface="Arial" panose="020B0604020202020204" pitchFamily="34" charset="0"/>
              <a:buChar char="•"/>
              <a:defRPr>
                <a:uFillTx/>
              </a:defRPr>
            </a:pPr>
            <a:r>
              <a:rPr lang="en-IE" sz="2000"/>
              <a:t>NASDAQ (libraries/live info)</a:t>
            </a:r>
            <a:endParaRPr sz="2000">
              <a:uFill>
                <a:solidFill/>
              </a:uFill>
            </a:endParaRPr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607D629E-0EE9-F69C-F64E-D14596CE3691}"/>
              </a:ext>
            </a:extLst>
          </p:cNvPr>
          <p:cNvSpPr/>
          <p:nvPr/>
        </p:nvSpPr>
        <p:spPr>
          <a:xfrm>
            <a:off x="982133" y="1656213"/>
            <a:ext cx="1134534" cy="1359429"/>
          </a:xfrm>
          <a:prstGeom prst="can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0" lang="en-IE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F29EC-5C01-4503-5069-5BC6791CB677}"/>
              </a:ext>
            </a:extLst>
          </p:cNvPr>
          <p:cNvSpPr txBox="1"/>
          <p:nvPr/>
        </p:nvSpPr>
        <p:spPr>
          <a:xfrm>
            <a:off x="982133" y="2035228"/>
            <a:ext cx="113453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IE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Calibri"/>
              </a:rPr>
              <a:t>NASDAQ/ Fiscal.ai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D755B6-DD26-5F55-FB1B-9BE216F74BE3}"/>
              </a:ext>
            </a:extLst>
          </p:cNvPr>
          <p:cNvSpPr/>
          <p:nvPr/>
        </p:nvSpPr>
        <p:spPr>
          <a:xfrm>
            <a:off x="3860800" y="1957123"/>
            <a:ext cx="1371600" cy="812800"/>
          </a:xfrm>
          <a:prstGeom prst="round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0" lang="en-IE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85A4BE-BC49-7CFB-1EF1-B15FC01BB236}"/>
              </a:ext>
            </a:extLst>
          </p:cNvPr>
          <p:cNvSpPr txBox="1"/>
          <p:nvPr/>
        </p:nvSpPr>
        <p:spPr>
          <a:xfrm>
            <a:off x="3885598" y="2035228"/>
            <a:ext cx="137160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IE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Calibri"/>
              </a:rPr>
              <a:t>Java/              JavaScript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F2A9BC-D7CB-3E6B-72E0-5C34A3059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864" y="1915428"/>
            <a:ext cx="1457070" cy="896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CE5774-5B93-B437-0A10-C9296B5D8C10}"/>
              </a:ext>
            </a:extLst>
          </p:cNvPr>
          <p:cNvSpPr txBox="1"/>
          <p:nvPr/>
        </p:nvSpPr>
        <p:spPr>
          <a:xfrm>
            <a:off x="6679799" y="2035228"/>
            <a:ext cx="1321201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IE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Calibri"/>
              </a:rPr>
              <a:t>React.js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IE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Calibri"/>
              </a:rPr>
              <a:t>+ 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2F6E78-2E5E-7B53-70D1-86F625187A24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257198" y="2363523"/>
            <a:ext cx="1354666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triangle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EA3C2D-45C5-67AB-B48B-5945D2F4F810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>
            <a:off x="2116667" y="2363523"/>
            <a:ext cx="1768931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triangle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7850DE-AD30-B7B1-2AD8-1F54CC6A40CF}"/>
              </a:ext>
            </a:extLst>
          </p:cNvPr>
          <p:cNvSpPr txBox="1"/>
          <p:nvPr/>
        </p:nvSpPr>
        <p:spPr>
          <a:xfrm>
            <a:off x="2116667" y="3098218"/>
            <a:ext cx="176893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IE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Calibri"/>
              </a:rPr>
              <a:t>Scraps data live   from available    APIs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89DE00-57DE-F534-E965-D9DC010F2521}"/>
              </a:ext>
            </a:extLst>
          </p:cNvPr>
          <p:cNvSpPr txBox="1"/>
          <p:nvPr/>
        </p:nvSpPr>
        <p:spPr>
          <a:xfrm>
            <a:off x="5147935" y="2990162"/>
            <a:ext cx="1531864" cy="93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0" lang="en-IE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Calibri"/>
              </a:rPr>
              <a:t>Visualises data </a:t>
            </a:r>
            <a:r>
              <a:rPr lang="en-I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for the user to interact with</a:t>
            </a:r>
            <a:endParaRPr kumimoji="0" lang="en-IE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What keeps us up at night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>
                <a:uFillTx/>
              </a:defRPr>
            </a:pPr>
            <a:r>
              <a:rPr lang="en-IE" sz="3600"/>
              <a:t>Data Collection</a:t>
            </a:r>
          </a:p>
          <a:p>
            <a:pPr lvl="1">
              <a:defRPr sz="1800">
                <a:uFillTx/>
              </a:defRPr>
            </a:pPr>
            <a:r>
              <a:rPr lang="en-IE" sz="3200"/>
              <a:t>Finding free and available APIs</a:t>
            </a:r>
          </a:p>
          <a:p>
            <a:pPr>
              <a:defRPr sz="1800">
                <a:uFillTx/>
              </a:defRPr>
            </a:pPr>
            <a:r>
              <a:rPr lang="en-IE" sz="3600"/>
              <a:t>Cost</a:t>
            </a:r>
          </a:p>
          <a:p>
            <a:pPr lvl="1">
              <a:defRPr sz="1800">
                <a:uFillTx/>
              </a:defRPr>
            </a:pPr>
            <a:r>
              <a:rPr lang="en-IE" sz="3200"/>
              <a:t>Paying for APIs if free ones aren’t available</a:t>
            </a:r>
          </a:p>
          <a:p>
            <a:pPr>
              <a:defRPr sz="1800">
                <a:uFillTx/>
              </a:defRPr>
            </a:pPr>
            <a:r>
              <a:rPr lang="en-IE" sz="3600"/>
              <a:t>Inaccurately predicting trades</a:t>
            </a:r>
          </a:p>
          <a:p>
            <a:pPr lvl="1">
              <a:defRPr sz="1800">
                <a:uFillTx/>
              </a:defRPr>
            </a:pPr>
            <a:r>
              <a:rPr lang="en-IE" sz="3200"/>
              <a:t>Giving a false idea of how the market works</a:t>
            </a:r>
          </a:p>
        </p:txBody>
      </p:sp>
      <p:sp>
        <p:nvSpPr>
          <p:cNvPr id="107" name="Shape 107"/>
          <p:cNvSpPr/>
          <p:nvPr/>
        </p:nvSpPr>
        <p:spPr>
          <a:xfrm>
            <a:off x="7696200" y="6096000"/>
            <a:ext cx="13843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round/>
          </a:ln>
        </p:spPr>
        <p:txBody>
          <a:bodyPr lIns="38100" tIns="38100" rIns="38100" bIns="38100" anchor="ctr"/>
          <a:lstStyle/>
          <a:p>
            <a:pPr lvl="0" algn="ctr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The A-Team</a:t>
            </a:r>
          </a:p>
        </p:txBody>
      </p:sp>
      <p:graphicFrame>
        <p:nvGraphicFramePr>
          <p:cNvPr id="114" name="Table 114"/>
          <p:cNvGraphicFramePr/>
          <p:nvPr>
            <p:extLst>
              <p:ext uri="{D42A27DB-BD31-4B8C-83A1-F6EECF244321}">
                <p14:modId xmlns:p14="http://schemas.microsoft.com/office/powerpoint/2010/main" val="1056588961"/>
              </p:ext>
            </p:extLst>
          </p:nvPr>
        </p:nvGraphicFramePr>
        <p:xfrm>
          <a:off x="685800" y="1396999"/>
          <a:ext cx="7924800" cy="4625340"/>
        </p:xfrm>
        <a:graphic>
          <a:graphicData uri="http://schemas.openxmlformats.org/drawingml/2006/table">
            <a:tbl>
              <a:tblPr firstRow="1" bandRow="1">
                <a:tableStyleId>{8F44A2F1-9E1F-4B54-A3A2-5F16C0AD49E2}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 b="0">
                          <a:solidFill>
                            <a:srgbClr val="000000"/>
                          </a:solidFill>
                          <a:uFillTx/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#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 b="0">
                          <a:solidFill>
                            <a:srgbClr val="000000"/>
                          </a:solidFill>
                          <a:uFillTx/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Role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 b="0">
                          <a:solidFill>
                            <a:srgbClr val="000000"/>
                          </a:solidFill>
                          <a:uFillTx/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Competencies/Expectations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>
                          <a:uFill>
                            <a:solidFill/>
                          </a:uFill>
                        </a:rPr>
                        <a:t>1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lang="en-US">
                          <a:uFill>
                            <a:solidFill/>
                          </a:uFill>
                        </a:rPr>
                        <a:t>DevOps</a:t>
                      </a:r>
                      <a:endParaRPr>
                        <a:uFill>
                          <a:solidFill/>
                        </a:uFill>
                      </a:endParaRP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buClr>
                          <a:srgbClr val="000000"/>
                        </a:buClr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lang="en-US">
                          <a:uFill>
                            <a:solidFill/>
                          </a:uFill>
                        </a:rPr>
                        <a:t>Familiar with data scrapping</a:t>
                      </a:r>
                    </a:p>
                    <a:p>
                      <a:pPr lvl="0" algn="l">
                        <a:buClr>
                          <a:srgbClr val="000000"/>
                        </a:buClr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lang="en-US">
                          <a:uFill>
                            <a:solidFill/>
                          </a:uFill>
                        </a:rPr>
                        <a:t>Familiar with data visualisation</a:t>
                      </a: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>
                          <a:uFill>
                            <a:solidFill/>
                          </a:uFill>
                        </a:rPr>
                        <a:t>2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>
                          <a:uFill>
                            <a:solidFill/>
                          </a:uFill>
                        </a:rPr>
                        <a:t>Developers</a:t>
                      </a: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buClr>
                          <a:srgbClr val="000000"/>
                        </a:buClr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>
                          <a:uFill>
                            <a:solidFill/>
                          </a:uFill>
                        </a:rPr>
                        <a:t>jQuery, SQL</a:t>
                      </a:r>
                      <a:r>
                        <a:rPr lang="en-US">
                          <a:uFill>
                            <a:solidFill/>
                          </a:uFill>
                        </a:rPr>
                        <a:t>, JavaScript, Java</a:t>
                      </a:r>
                      <a:endParaRPr>
                        <a:uFill>
                          <a:solidFill/>
                        </a:uFill>
                      </a:endParaRPr>
                    </a:p>
                    <a:p>
                      <a:pPr lvl="0" algn="l">
                        <a:buClr>
                          <a:srgbClr val="000000"/>
                        </a:buClr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>
                          <a:uFill>
                            <a:solidFill/>
                          </a:uFill>
                        </a:rPr>
                        <a:t>Unit testing, refactoring, continuous integration</a:t>
                      </a:r>
                      <a:endParaRPr lang="en-US">
                        <a:uFill>
                          <a:solidFill/>
                        </a:uFill>
                      </a:endParaRPr>
                    </a:p>
                    <a:p>
                      <a:pPr lvl="0" algn="l">
                        <a:buClr>
                          <a:srgbClr val="000000"/>
                        </a:buClr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lang="en-IE">
                          <a:uFill>
                            <a:solidFill/>
                          </a:uFill>
                        </a:rPr>
                        <a:t>UX Design</a:t>
                      </a:r>
                      <a:endParaRPr>
                        <a:uFill>
                          <a:solidFill/>
                        </a:uFill>
                      </a:endParaRP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endParaRPr>
                        <a:uFill>
                          <a:solidFill/>
                        </a:uFill>
                      </a:endParaRP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endParaRPr>
                        <a:uFill>
                          <a:solidFill/>
                        </a:uFill>
                      </a:endParaRPr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buClr>
                          <a:srgbClr val="000000"/>
                        </a:buClr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endParaRPr>
                        <a:uFill>
                          <a:solidFill/>
                        </a:uFill>
                      </a:endParaRPr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tc>
                  <a:txBody>
                    <a:bodyPr/>
                    <a:lstStyle/>
                    <a:p>
                      <a:pPr lvl="0" algn="l">
                        <a:tabLst>
                          <a:tab pos="914400" algn="l"/>
                        </a:tabLst>
                        <a:defRPr sz="1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  <a:endParaRPr/>
                    </a:p>
                  </a:txBody>
                  <a:tcPr marL="38100" marR="38100" marT="38100" marB="3810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1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How big is this thing?</a:t>
            </a:r>
          </a:p>
        </p:txBody>
      </p:sp>
      <p:sp>
        <p:nvSpPr>
          <p:cNvPr id="121" name="Shape 121"/>
          <p:cNvSpPr/>
          <p:nvPr/>
        </p:nvSpPr>
        <p:spPr>
          <a:xfrm rot="16200000">
            <a:off x="-1866934" y="3609446"/>
            <a:ext cx="5262034" cy="685800"/>
          </a:xfrm>
          <a:prstGeom prst="chevron">
            <a:avLst>
              <a:gd name="adj" fmla="val 50000"/>
            </a:avLst>
          </a:prstGeom>
          <a:solidFill>
            <a:srgbClr val="6095C9"/>
          </a:solidFill>
          <a:ln w="25400">
            <a:solidFill>
              <a:srgbClr val="49729C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2" name="Shape 122"/>
          <p:cNvSpPr/>
          <p:nvPr/>
        </p:nvSpPr>
        <p:spPr>
          <a:xfrm>
            <a:off x="951742" y="2582664"/>
            <a:ext cx="8382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655" y="0"/>
                </a:lnTo>
                <a:lnTo>
                  <a:pt x="21600" y="10800"/>
                </a:lnTo>
                <a:lnTo>
                  <a:pt x="186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A14D"/>
          </a:solidFill>
          <a:ln w="25400">
            <a:solidFill>
              <a:srgbClr val="617335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3" name="Shape 123"/>
          <p:cNvSpPr/>
          <p:nvPr/>
        </p:nvSpPr>
        <p:spPr>
          <a:xfrm>
            <a:off x="965716" y="4311440"/>
            <a:ext cx="8382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655" y="0"/>
                </a:lnTo>
                <a:lnTo>
                  <a:pt x="21600" y="10800"/>
                </a:lnTo>
                <a:lnTo>
                  <a:pt x="186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A14D"/>
          </a:solidFill>
          <a:ln w="25400">
            <a:solidFill>
              <a:srgbClr val="617335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965716" y="6013658"/>
            <a:ext cx="8382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655" y="0"/>
                </a:lnTo>
                <a:lnTo>
                  <a:pt x="21600" y="10800"/>
                </a:lnTo>
                <a:lnTo>
                  <a:pt x="186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A14D"/>
          </a:solidFill>
          <a:ln w="25400">
            <a:solidFill>
              <a:srgbClr val="617335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6" name="Shape 126"/>
          <p:cNvSpPr/>
          <p:nvPr/>
        </p:nvSpPr>
        <p:spPr>
          <a:xfrm>
            <a:off x="1362788" y="4733834"/>
            <a:ext cx="3209212" cy="93871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Development</a:t>
            </a:r>
          </a:p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Approx. 10-12 Weeks</a:t>
            </a:r>
            <a:endParaRPr sz="2800">
              <a:uFill>
                <a:solidFill/>
              </a:uFill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1432269" y="3001466"/>
            <a:ext cx="3183556" cy="93871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Testing</a:t>
            </a:r>
          </a:p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Approx. 2-3 weeks</a:t>
            </a:r>
            <a:endParaRPr sz="2800">
              <a:uFill>
                <a:solidFill/>
              </a:uFill>
            </a:endParaRPr>
          </a:p>
        </p:txBody>
      </p:sp>
      <p:sp>
        <p:nvSpPr>
          <p:cNvPr id="128" name="Shape 128"/>
          <p:cNvSpPr/>
          <p:nvPr/>
        </p:nvSpPr>
        <p:spPr>
          <a:xfrm>
            <a:off x="1432269" y="1458317"/>
            <a:ext cx="2346796" cy="93871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Release</a:t>
            </a:r>
          </a:p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Approx. 1 week</a:t>
            </a:r>
            <a:endParaRPr sz="2800">
              <a:uFill>
                <a:solidFill/>
              </a:u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1CBF-8627-EB8B-8DCA-1E4A68ED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1.png">
            <a:extLst>
              <a:ext uri="{FF2B5EF4-FFF2-40B4-BE49-F238E27FC236}">
                <a16:creationId xmlns:a16="http://schemas.microsoft.com/office/drawing/2014/main" id="{1C24BAA3-C29C-B2FD-F8DA-2E553974DB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48600" y="6311900"/>
            <a:ext cx="11176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120">
            <a:extLst>
              <a:ext uri="{FF2B5EF4-FFF2-40B4-BE49-F238E27FC236}">
                <a16:creationId xmlns:a16="http://schemas.microsoft.com/office/drawing/2014/main" id="{DC2667AD-0494-D6D4-9D7A-35A5E1C5B8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 algn="ctr">
              <a:defRPr sz="1800">
                <a:solidFill>
                  <a:srgbClr val="000000"/>
                </a:solidFill>
                <a:uFillTx/>
              </a:defRPr>
            </a:pPr>
            <a:r>
              <a:rPr lang="en-IE" sz="4400">
                <a:solidFill>
                  <a:srgbClr val="1D4871"/>
                </a:solidFill>
                <a:uFill>
                  <a:solidFill>
                    <a:srgbClr val="1D4871"/>
                  </a:solidFill>
                </a:uFill>
              </a:rPr>
              <a:t>First Release</a:t>
            </a:r>
            <a:endParaRPr sz="4400">
              <a:solidFill>
                <a:srgbClr val="1D4871"/>
              </a:solidFill>
              <a:uFill>
                <a:solidFill>
                  <a:srgbClr val="1D4871"/>
                </a:solidFill>
              </a:uFill>
            </a:endParaRPr>
          </a:p>
        </p:txBody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76E42C1E-0C3C-AACE-324B-2BCB15A8E490}"/>
              </a:ext>
            </a:extLst>
          </p:cNvPr>
          <p:cNvSpPr/>
          <p:nvPr/>
        </p:nvSpPr>
        <p:spPr>
          <a:xfrm rot="16200000">
            <a:off x="-1866934" y="3609446"/>
            <a:ext cx="5262034" cy="685800"/>
          </a:xfrm>
          <a:prstGeom prst="chevron">
            <a:avLst>
              <a:gd name="adj" fmla="val 50000"/>
            </a:avLst>
          </a:prstGeom>
          <a:solidFill>
            <a:srgbClr val="6095C9"/>
          </a:solidFill>
          <a:ln w="25400">
            <a:solidFill>
              <a:srgbClr val="49729C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03BDDE47-48FF-F293-3D22-439D40E825FB}"/>
              </a:ext>
            </a:extLst>
          </p:cNvPr>
          <p:cNvSpPr/>
          <p:nvPr/>
        </p:nvSpPr>
        <p:spPr>
          <a:xfrm>
            <a:off x="965716" y="2839540"/>
            <a:ext cx="8382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655" y="0"/>
                </a:lnTo>
                <a:lnTo>
                  <a:pt x="21600" y="10800"/>
                </a:lnTo>
                <a:lnTo>
                  <a:pt x="186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A14D"/>
          </a:solidFill>
          <a:ln w="25400">
            <a:solidFill>
              <a:srgbClr val="617335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3" name="Shape 123">
            <a:extLst>
              <a:ext uri="{FF2B5EF4-FFF2-40B4-BE49-F238E27FC236}">
                <a16:creationId xmlns:a16="http://schemas.microsoft.com/office/drawing/2014/main" id="{8A726D94-42F4-1404-A84B-695A5DCDDDCF}"/>
              </a:ext>
            </a:extLst>
          </p:cNvPr>
          <p:cNvSpPr/>
          <p:nvPr/>
        </p:nvSpPr>
        <p:spPr>
          <a:xfrm>
            <a:off x="979690" y="4568316"/>
            <a:ext cx="8382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655" y="0"/>
                </a:lnTo>
                <a:lnTo>
                  <a:pt x="21600" y="10800"/>
                </a:lnTo>
                <a:lnTo>
                  <a:pt x="186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A14D"/>
          </a:solidFill>
          <a:ln w="25400">
            <a:solidFill>
              <a:srgbClr val="617335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0C92CF76-C157-0FCD-4AA1-38C6F3176BF8}"/>
              </a:ext>
            </a:extLst>
          </p:cNvPr>
          <p:cNvSpPr/>
          <p:nvPr/>
        </p:nvSpPr>
        <p:spPr>
          <a:xfrm>
            <a:off x="965716" y="6013658"/>
            <a:ext cx="838201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655" y="0"/>
                </a:lnTo>
                <a:lnTo>
                  <a:pt x="21600" y="10800"/>
                </a:lnTo>
                <a:lnTo>
                  <a:pt x="186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A14D"/>
          </a:solidFill>
          <a:ln w="25400">
            <a:solidFill>
              <a:srgbClr val="617335"/>
            </a:solidFill>
            <a:round/>
          </a:ln>
        </p:spPr>
        <p:txBody>
          <a:bodyPr lIns="0" tIns="0" rIns="0" bIns="0"/>
          <a:lstStyle/>
          <a:p>
            <a:pPr lvl="0" defTabSz="457200">
              <a:buClrTx/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B761B9C0-5B09-1C26-FB51-333BAD7FC054}"/>
              </a:ext>
            </a:extLst>
          </p:cNvPr>
          <p:cNvSpPr/>
          <p:nvPr/>
        </p:nvSpPr>
        <p:spPr>
          <a:xfrm>
            <a:off x="1433415" y="1805720"/>
            <a:ext cx="5684248" cy="93871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Stability</a:t>
            </a:r>
          </a:p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Users have learnt and are comfortable</a:t>
            </a:r>
            <a:endParaRPr sz="2800">
              <a:uFill>
                <a:solidFill/>
              </a:uFill>
            </a:endParaRPr>
          </a:p>
        </p:txBody>
      </p:sp>
      <p:sp>
        <p:nvSpPr>
          <p:cNvPr id="127" name="Shape 127">
            <a:extLst>
              <a:ext uri="{FF2B5EF4-FFF2-40B4-BE49-F238E27FC236}">
                <a16:creationId xmlns:a16="http://schemas.microsoft.com/office/drawing/2014/main" id="{CB54C2B5-57D0-EA9C-56BB-9EDA6F85165F}"/>
              </a:ext>
            </a:extLst>
          </p:cNvPr>
          <p:cNvSpPr/>
          <p:nvPr/>
        </p:nvSpPr>
        <p:spPr>
          <a:xfrm>
            <a:off x="1446243" y="3258342"/>
            <a:ext cx="4172664" cy="93871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Bumps &amp; Issues</a:t>
            </a:r>
          </a:p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Users adjusting to the app</a:t>
            </a:r>
            <a:endParaRPr sz="2800">
              <a:uFill>
                <a:solidFill/>
              </a:uFill>
            </a:endParaRP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465F0B0A-CFD0-FB33-C194-C7B8CF370A16}"/>
              </a:ext>
            </a:extLst>
          </p:cNvPr>
          <p:cNvSpPr/>
          <p:nvPr/>
        </p:nvSpPr>
        <p:spPr>
          <a:xfrm>
            <a:off x="1533491" y="4985099"/>
            <a:ext cx="3925755" cy="938719"/>
          </a:xfrm>
          <a:prstGeom prst="rect">
            <a:avLst/>
          </a:prstGeom>
          <a:ln w="12700"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sz="2800"/>
            </a:lvl1pPr>
          </a:lstStyle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Release</a:t>
            </a:r>
          </a:p>
          <a:p>
            <a:pPr lvl="0">
              <a:defRPr sz="1800">
                <a:uFillTx/>
              </a:defRPr>
            </a:pPr>
            <a:r>
              <a:rPr lang="en-IE" sz="2800">
                <a:uFill>
                  <a:solidFill/>
                </a:uFill>
              </a:rPr>
              <a:t>Excitement, users learning</a:t>
            </a:r>
            <a:endParaRPr sz="2800">
              <a:uFill>
                <a:solidFill/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333023740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White</vt:lpstr>
      <vt:lpstr>Agile Inception Deck</vt:lpstr>
      <vt:lpstr>Virtual Stock Trader</vt:lpstr>
      <vt:lpstr>Why are we here?</vt:lpstr>
      <vt:lpstr>The Elevator Pitch</vt:lpstr>
      <vt:lpstr>Product Box</vt:lpstr>
      <vt:lpstr>The NOT list</vt:lpstr>
      <vt:lpstr>Our Project Community</vt:lpstr>
      <vt:lpstr>Technical solution</vt:lpstr>
      <vt:lpstr>What keeps us up at night</vt:lpstr>
      <vt:lpstr>The A-Team</vt:lpstr>
      <vt:lpstr>How big is this thing?</vt:lpstr>
      <vt:lpstr>First Release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2026-02-23T23:04:14Z</dcterms:modified>
</cp:coreProperties>
</file>